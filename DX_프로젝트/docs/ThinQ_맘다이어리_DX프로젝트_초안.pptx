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18806dabb43b3" /><Relationship Type="http://schemas.openxmlformats.org/officeDocument/2006/relationships/extended-properties" Target="/docProps/app.xml" Id="R23cf215bfcbd4441" /><Relationship Type="http://schemas.openxmlformats.org/officeDocument/2006/relationships/officeDocument" Target="/ppt/presentation.xml" Id="Rd04bd1fe821b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9cf797ed44635"/>
  </p:sldMasterIdLst>
  <p:notesMasterIdLst>
    <p:notesMasterId xmlns:r="http://schemas.openxmlformats.org/officeDocument/2006/relationships" r:id="Rb0ac082e28144cf7"/>
  </p:notesMasterIdLst>
  <p:sldIdLst>
    <p:sldId xmlns:r="http://schemas.openxmlformats.org/officeDocument/2006/relationships" id="256" r:id="R732b9b4ee48f4508"/>
    <p:sldId xmlns:r="http://schemas.openxmlformats.org/officeDocument/2006/relationships" id="257" r:id="Rc5ce858f15f5477f"/>
    <p:sldId xmlns:r="http://schemas.openxmlformats.org/officeDocument/2006/relationships" id="258" r:id="R3144cf322d634438"/>
    <p:sldId xmlns:r="http://schemas.openxmlformats.org/officeDocument/2006/relationships" id="259" r:id="R6946375306924296"/>
    <p:sldId xmlns:r="http://schemas.openxmlformats.org/officeDocument/2006/relationships" id="260" r:id="R22967dc3c73b414b"/>
    <p:sldId xmlns:r="http://schemas.openxmlformats.org/officeDocument/2006/relationships" id="261" r:id="R875ce0b163284e41"/>
    <p:sldId xmlns:r="http://schemas.openxmlformats.org/officeDocument/2006/relationships" id="262" r:id="Rd3c668ff22e74141"/>
    <p:sldId xmlns:r="http://schemas.openxmlformats.org/officeDocument/2006/relationships" id="263" r:id="Rc84972105900464e"/>
    <p:sldId xmlns:r="http://schemas.openxmlformats.org/officeDocument/2006/relationships" id="264" r:id="Re7c8c2c6b9674a3c"/>
    <p:sldId xmlns:r="http://schemas.openxmlformats.org/officeDocument/2006/relationships" id="265" r:id="R0e83b101c0b048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9cf797ed44635" /><Relationship Type="http://schemas.openxmlformats.org/officeDocument/2006/relationships/theme" Target="/ppt/theme/theme1.xml" Id="R387b3cf07d584ad5" /><Relationship Type="http://schemas.openxmlformats.org/officeDocument/2006/relationships/notesMaster" Target="/ppt/notesMasters/notesMaster1.xml" Id="Rb0ac082e28144cf7" /><Relationship Type="http://schemas.openxmlformats.org/officeDocument/2006/relationships/presProps" Target="/ppt/presProps.xml" Id="R28fe4bb98f994d40" /><Relationship Type="http://schemas.openxmlformats.org/officeDocument/2006/relationships/viewProps" Target="/ppt/viewProps.xml" Id="R323b3893cc4a431f" /><Relationship Type="http://schemas.openxmlformats.org/officeDocument/2006/relationships/tableStyles" Target="/ppt/tableStyles.xml" Id="Rdb397f2f72434202" /><Relationship Type="http://schemas.openxmlformats.org/officeDocument/2006/relationships/slide" Target="/ppt/slides/slide1.xml" Id="R732b9b4ee48f4508" /><Relationship Type="http://schemas.openxmlformats.org/officeDocument/2006/relationships/slide" Target="/ppt/slides/slide2.xml" Id="Rc5ce858f15f5477f" /><Relationship Type="http://schemas.openxmlformats.org/officeDocument/2006/relationships/slide" Target="/ppt/slides/slide3.xml" Id="R3144cf322d634438" /><Relationship Type="http://schemas.openxmlformats.org/officeDocument/2006/relationships/slide" Target="/ppt/slides/slide4.xml" Id="R6946375306924296" /><Relationship Type="http://schemas.openxmlformats.org/officeDocument/2006/relationships/slide" Target="/ppt/slides/slide5.xml" Id="R22967dc3c73b414b" /><Relationship Type="http://schemas.openxmlformats.org/officeDocument/2006/relationships/slide" Target="/ppt/slides/slide6.xml" Id="R875ce0b163284e41" /><Relationship Type="http://schemas.openxmlformats.org/officeDocument/2006/relationships/slide" Target="/ppt/slides/slide7.xml" Id="Rd3c668ff22e74141" /><Relationship Type="http://schemas.openxmlformats.org/officeDocument/2006/relationships/slide" Target="/ppt/slides/slide8.xml" Id="Rc84972105900464e" /><Relationship Type="http://schemas.openxmlformats.org/officeDocument/2006/relationships/slide" Target="/ppt/slides/slide9.xml" Id="Re7c8c2c6b9674a3c" /><Relationship Type="http://schemas.openxmlformats.org/officeDocument/2006/relationships/slide" Target="/ppt/slides/slide10.xml" Id="R0e83b101c0b048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a850a918044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14d4f63734b34" /><Relationship Type="http://schemas.openxmlformats.org/officeDocument/2006/relationships/notesMaster" Target="/ppt/notesMasters/notesMaster1.xml" Id="R710bcf5b5c71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a020b386ff4250" /><Relationship Type="http://schemas.openxmlformats.org/officeDocument/2006/relationships/notesMaster" Target="/ppt/notesMasters/notesMaster1.xml" Id="Rf40a4da9024e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ac10df331d4571" /><Relationship Type="http://schemas.openxmlformats.org/officeDocument/2006/relationships/notesMaster" Target="/ppt/notesMasters/notesMaster1.xml" Id="R72ae9cb3c5c047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0ad7af90e47cd" /><Relationship Type="http://schemas.openxmlformats.org/officeDocument/2006/relationships/notesMaster" Target="/ppt/notesMasters/notesMaster1.xml" Id="R7c8b82a56c48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11a5f4b624afd" /><Relationship Type="http://schemas.openxmlformats.org/officeDocument/2006/relationships/notesMaster" Target="/ppt/notesMasters/notesMaster1.xml" Id="R728f9fbfa95948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35ee0e7b64d28" /><Relationship Type="http://schemas.openxmlformats.org/officeDocument/2006/relationships/notesMaster" Target="/ppt/notesMasters/notesMaster1.xml" Id="Ra5e4fdd64f24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a13eea3eb49cf" /><Relationship Type="http://schemas.openxmlformats.org/officeDocument/2006/relationships/notesMaster" Target="/ppt/notesMasters/notesMaster1.xml" Id="R0dc408e268c04f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893c722fe44b6d" /><Relationship Type="http://schemas.openxmlformats.org/officeDocument/2006/relationships/notesMaster" Target="/ppt/notesMasters/notesMaster1.xml" Id="R6cf09787c1bc4d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2e800103b4bd1" /><Relationship Type="http://schemas.openxmlformats.org/officeDocument/2006/relationships/notesMaster" Target="/ppt/notesMasters/notesMaster1.xml" Id="R6484f5a433ef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67a7c1e016464b" /><Relationship Type="http://schemas.openxmlformats.org/officeDocument/2006/relationships/notesMaster" Target="/ppt/notesMasters/notesMaster1.xml" Id="Rb9d052aac5b1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136f720e840c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0b317a6a9a54edd" /><Relationship Type="http://schemas.openxmlformats.org/officeDocument/2006/relationships/slideLayout" Target="/ppt/slideLayouts/slideLayout2.xml" Id="R04ce04ca2ccb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e04ca2ccb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b7fe8fa8841ef" /><Relationship Type="http://schemas.openxmlformats.org/officeDocument/2006/relationships/notesSlide" Target="/ppt/notesSlides/notesSlide1.xml" Id="Rf8d74b0adca04f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8c6a3f83b4ae6" /><Relationship Type="http://schemas.openxmlformats.org/officeDocument/2006/relationships/notesSlide" Target="/ppt/notesSlides/notesSlide2.xml" Id="R76a87232a894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96ac734be49a5" /><Relationship Type="http://schemas.openxmlformats.org/officeDocument/2006/relationships/notesSlide" Target="/ppt/notesSlides/notesSlide3.xml" Id="Refc5e3b9ae2e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78c63d5f34b9d" /><Relationship Type="http://schemas.openxmlformats.org/officeDocument/2006/relationships/notesSlide" Target="/ppt/notesSlides/notesSlide4.xml" Id="Re4ee83bfcfcb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491bb910f431b" /><Relationship Type="http://schemas.openxmlformats.org/officeDocument/2006/relationships/notesSlide" Target="/ppt/notesSlides/notesSlide5.xml" Id="R4dc8bb5474dd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43d0b598d4c3e" /><Relationship Type="http://schemas.openxmlformats.org/officeDocument/2006/relationships/notesSlide" Target="/ppt/notesSlides/notesSlide6.xml" Id="R1e9b13372507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1a9b0aeb934442" /><Relationship Type="http://schemas.openxmlformats.org/officeDocument/2006/relationships/notesSlide" Target="/ppt/notesSlides/notesSlide7.xml" Id="Radc3a418f6c14b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a02ea367444c43" /><Relationship Type="http://schemas.openxmlformats.org/officeDocument/2006/relationships/notesSlide" Target="/ppt/notesSlides/notesSlide8.xml" Id="R36a59a5e89ca48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1e511627e841a4" /><Relationship Type="http://schemas.openxmlformats.org/officeDocument/2006/relationships/notesSlide" Target="/ppt/notesSlides/notesSlide9.xml" Id="Rd279ca5e058a42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9c90bfc5364fe7" /><Relationship Type="http://schemas.openxmlformats.org/officeDocument/2006/relationships/notesSlide" Target="/ppt/notesSlides/notesSlide10.xml" Id="R927c8cafce5e4a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77291-5DA5-4ABB-97D2-19CD8E0D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7AB02-FB14-44C2-8524-BE88DA2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F2421"/>
              </a:gs>
              <a:gs pos="58000">
                <a:srgbClr val="2F6F5E"/>
              </a:gs>
              <a:gs pos="100000">
                <a:srgbClr val="A71930"/>
              </a:gs>
            </a:gsLst>
            <a:lin ang="15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233A0-3909-4F1A-8ECB-93DF9E5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5274-7382-4B8D-BE74-05981EA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F5D7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D7C5"/>
                </a:solidFill>
                <a:latin typeface="Malgun Gothic"/>
                <a:ea typeface="Malgun Gothic"/>
                <a:cs typeface="Malgun Gothic"/>
              </a:rPr>
              <a:t>DX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407C5-D5F1-44AC-AA7C-35295EB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7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ThinQ 맘 다이어리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C0E23-0B5F-480F-A3EE-2C5010E2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임산부의 일상 기록과 LG 생활가전 루틴을 연결하는 홈케어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EB1E-932F-4294-9827-B98B7A9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312FD-1FBF-4493-A644-D9934B0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D4DB2-35D5-4531-A133-FD995BAD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다이어리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D9C2E-3E2F-4C78-9D66-C0CA7C72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식사·수분·세탁·일정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EBC86-F6EF-47DF-A7C4-4110C786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862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66897-A08C-4663-AF13-92BEB5B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추천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737BC-5434-4C60-8132-E51E0EB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9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홈케어 루틴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FDCAB-5854-423B-82E9-E839D0D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공기·냄새·위생·식재료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5B4D-BC8D-4982-BFFD-0AA53DD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7BE58-DEE8-46DF-BA6B-62169AB5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63C5A-25BA-43E3-A0B3-2231103E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가전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C6513-A93F-4A9F-9759-6D7A095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냉장고·정수기·세탁기 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F5D94-A2F6-4532-8934-AB5FD39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E8DEC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8DECF"/>
                </a:solidFill>
                <a:latin typeface="Malgun Gothic"/>
                <a:ea typeface="Malgun Gothic"/>
                <a:cs typeface="Malgun Gothic"/>
              </a:rPr>
              <a:t>Project Definition  |  Target Customer: 임신 16~32주차 생활 루틴 관리 임산부</a:t>
            </a:r>
          </a:p>
        </p:txBody>
      </p:sp>
    </p:spTree>
    <p:extLst>
      <p:ext uri="{BB962C8B-B14F-4D97-AF65-F5344CB8AC3E}">
        <p14:creationId xmlns:p14="http://schemas.microsoft.com/office/powerpoint/2010/main" val="1204163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CA6CDB-5CA8-448D-BEE4-740A6E3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264C8-B1AF-4006-B555-D032BCC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18353-6E68-46F8-8A86-607EF7C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CE379-C9FD-4CFF-9B14-31F82BDC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기존 임신 앱은 정보를 알려주지만, 집 안의 실행 부담은 남겨둔다.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BE87A-7BE0-4733-B8B4-75F7ACC9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9B281-055B-4E92-B067-578AA153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184B1-CB7F-4042-A83C-BFDCE96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임산부는 임신 주차가 지날수록 식사, 수분, 세탁 위생, 실내 공기, 냄새, 병원 일정, 출산 준비물을 동시에 관리해야 한다. 문제는 이 관리가 앱 안의 정보 확인에서 끝나고 실제 생활공간의 행동으로 이어지지 않는다는 점이다.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A806-FD94-47BB-B999-8B2096D2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4D4F7-CEBF-4123-AFDB-8688A9B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71809-D675-4DCC-A20F-C5B2563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75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검색 피로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A59AC-4746-4592-A9DA-7D223E8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주차별 생활관리 정보를 매번 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73289-4449-4804-B3A8-17995FF6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C1DE7-6FD4-476E-9914-64E9F7F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5EE4D-5C85-4F1C-B150-FD89CF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75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직접 조작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87094-695C-41AE-B386-F40D0309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공기청정·세탁·정수 루틴을 수동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DB2FA-3C29-4DE4-930E-B2F722E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308F-DE28-4C22-88E9-F835ABD7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D3AB3-E42A-4CD3-B073-DF60894F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75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분담 부재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532BA-0DBE-4ED0-B104-68E888F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00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배우자와 해야 할 일을 공유하기 어려움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2F94E-C18F-4B1D-B2CD-83B8CD68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9D339-14A9-4DE3-89E7-C22DD726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기회 영역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681F1-F43A-40A4-8821-AFD6C719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2705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83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임산부의 하루 기록을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연결 가전의 루틴 추천과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체크리스트로 전환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3CBEE-AF48-4091-9DBB-FFE03CC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1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의료 판단이 아닌 생활환경·위생·식재료·수분·일정 관리 중심으로 설계한다.</a:t>
            </a:r>
          </a:p>
        </p:txBody>
      </p:sp>
    </p:spTree>
    <p:extLst>
      <p:ext uri="{BB962C8B-B14F-4D97-AF65-F5344CB8AC3E}">
        <p14:creationId xmlns:p14="http://schemas.microsoft.com/office/powerpoint/2010/main" val="380203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693D4-4200-411B-BB59-7496BC21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B55A1-E60A-46C2-9265-E2C9790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9124B-34D7-4162-85A1-006180A7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C4C2C-2028-4F3D-B3F0-5AA0F1D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핵심 고객은 ‘정보는 많지만 실행 루틴이 부족한’ 임산부다.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18EF-230E-4CC5-B817-6D65834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EAF9C-0DCE-4081-A21B-B7F8E78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07BD5-FF0C-494A-96B7-721EAB8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CF6B0-6EA3-415D-A680-AB40FF7C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7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6C7B1-5672-49EB-94D6-E3B28876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06395-1F6C-464A-9C85-3A7F2560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0980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32세 / 임신 24주차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첫 임신 또는 출산 준비 단계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연결 가전 4종 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E2223-7F02-42AB-A20E-7B9E04B4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514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4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식사와 세탁, 침실 공기, 냉장고 냄새, 병원 일정, 출산 준비까지 함께 챙겨야 한다. 임신 앱은 보지만 실제 집에서 무엇을 해야 할지는 따로 검색한다.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A86C0-D655-45A1-B192-BE87F65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17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Needs: 검색 대신 제안, 혼자 대신 가족 공유, 정보 대신 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E8758-9829-41F1-94B0-97120C3F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B86E1-AACA-4190-AC9C-753019F0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39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생활관리 기억 부담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A3E48-540E-42DD-B7A6-D08748D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수분·복용·병원일정·출산준비를 각각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B96B-4FC9-45FE-9FEE-C74B8F23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8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0A4F8-DC12-441A-A6BD-4609ADC8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39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위생 루틴 누락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466CC-60CB-4212-B719-A058390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침구·속옷·아기옷 세탁 시점이 불명확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87E7F-B2A5-48DA-A606-03F38D25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6C1A3-E2D5-4F86-AF07-434BFD9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39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환경 민감도 증가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E2DC-6F4F-4DD3-A555-94E5653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냄새·습도·미세먼지에 예민하지만 조작은 수동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F9F21-F400-44C7-9089-BC6093E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8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E7280-C51E-4FC7-8BED-AD220BB4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39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가족 협업 어려움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80026-E1A8-4FB5-87BA-F5C5ADC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배우자가 도와주고 싶어도 할 일이 보이지 않음</a:t>
            </a:r>
          </a:p>
        </p:txBody>
      </p:sp>
    </p:spTree>
    <p:extLst>
      <p:ext uri="{BB962C8B-B14F-4D97-AF65-F5344CB8AC3E}">
        <p14:creationId xmlns:p14="http://schemas.microsoft.com/office/powerpoint/2010/main" val="3401906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10444-A7C2-4E35-AD89-C4F4A26F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1F1B8-7B74-4D84-8C50-13443FD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CC71-D7A2-42F1-98B2-742609D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DATA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2B512-D525-40C4-B1C1-D5FD7473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소셜데이터는 임산부의 ‘생활 불편 언어’를 제품 루틴으로 바꾸는 재료다.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45521-319B-44F9-86D9-813028A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EC75E-2A08-44F4-B2E4-CF8B0B2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B694D-3794-45DD-A610-D2263129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175A-7EE1-4C8C-9094-EEDC85ED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44ACA-6093-40EB-88D0-71C63B1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맘카페·블로그·쇼핑리뷰·ThinQ 앱 리뷰·VOC·날씨/미세먼지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A81EE-1E5F-43A7-9396-98FF683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03371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9CBDB-304B-4E3F-BFF8-06CD57BF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018E5-F74B-4D3D-929E-9FAA815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F182B-6D8C-4C4B-9E25-4A207ED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5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중복 제거, 제품군 태깅, 임신 주차·생활공간·불편상황 키워드 분류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B3B01-8102-4256-85A7-4D14EAAB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03371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A4B92-8FEB-48AE-97F5-08F30A6B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329E4-B291-4AB4-826B-1A48F84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31375-2CAB-4776-83DF-040039F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토픽 모델링, 빈도/동시출현, Pain Point-제품 매핑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7244E-9E70-44E8-8FF0-42D27C77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03371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BC617-8EEA-42E9-B333-56631F2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ECF9C-7108-468F-8887-D7FB4D4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서비스화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1790F-0F5B-47A6-B9D6-85F812B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6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다이어리 입력 항목, 루틴 추천, 가족 체크리스트, 성과지표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18BB3-A3B8-4107-9EF5-4A77A8F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solidFill>
              <a:srgbClr val="A71930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입덧 냄새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5920E-E1D3-4244-A1A5-0317FB87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86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임산부 세탁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9F728-1EA5-478E-A15E-F64D8598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86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solidFill>
              <a:srgbClr val="C8952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아기 옷 세탁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A3DBC-6D03-4A13-BF10-ED9CA0D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86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3B6C8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공기청정기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A490A-D92D-41E5-8A83-C9897363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solidFill>
              <a:srgbClr val="A71930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정수기 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6B9FA-6F42-4E40-9ABE-39DE539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38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냉장고 냄새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B98E8-0A82-4060-955F-DEA8551D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38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solidFill>
              <a:srgbClr val="C8952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출산 준비물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E4888-947D-4D92-A9C5-60452712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38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3B6C8E"/>
            </a:solidFill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식단 기록</a:t>
            </a:r>
          </a:p>
        </p:txBody>
      </p:sp>
    </p:spTree>
    <p:extLst>
      <p:ext uri="{BB962C8B-B14F-4D97-AF65-F5344CB8AC3E}">
        <p14:creationId xmlns:p14="http://schemas.microsoft.com/office/powerpoint/2010/main" val="1039052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05084-1B96-48FC-A785-72D74586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256E8-332F-4E1C-B9B0-76FF75A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F4C37-FA56-49FC-B97B-68D8B76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SERVICE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AAA49-1630-4372-A929-6BD95C16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다이어리는 기록으로 끝나지 않고, 집이 함께 움직이는 홈케어 허브가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554E4-B0E9-4C0D-B7E7-6EF2FE36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7ECA-59EF-4288-A7B6-A32E890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0742E-B598-46EA-AF38-88A42BE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2552700" cy="2552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solidFill>
              <a:srgbClr val="A719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1CD36-D274-49BD-BFCC-7291B66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ThinQ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맘 다이어리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3F649-B7FD-4E7C-BDC4-3347B37F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2F6F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3FD81-1F56-40DD-85B6-6D73BCA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1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오늘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19975-D0EA-4017-88BA-B1C258E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식사·수분·일정·태동 메모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BBB12-289A-440E-81EA-A5880AF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C895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1F00A-F608-459F-B181-DEE1A1EF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1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홈케어 추천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FE43B-C37D-43CE-BEE4-5725111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공기·냄새·위생 루틴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64530-410B-4577-A35D-F08DD23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B6C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86677-6756-4BA8-8E1F-2D75E88D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1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가전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4E858-0E48-45C9-B344-21EF9DBB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세탁기·정수기·냉장고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64A97-A925-4231-8B3D-2656C2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4473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F3F69-84C1-4C8F-8B7B-DD82242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1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가족 공유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C0A51-1A26-4905-B553-EF3F01F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24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장보기·세탁·출산가방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88322-71B1-42F0-9687-D2E962A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46565">
            <a:off x="3810000" y="2676525"/>
            <a:ext cx="9481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5DD89-22E9-4036-B5D7-B7217AE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3462">
            <a:off x="7239000" y="3038475"/>
            <a:ext cx="11085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51115-124F-4D47-B88B-B4B2F14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11523">
            <a:off x="3733800" y="5019675"/>
            <a:ext cx="144642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E4522-CAFF-4909-9036-6EADBCFC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65255">
            <a:off x="7086600" y="4086225"/>
            <a:ext cx="137503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8281C-CFD3-4910-A977-B6630B6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721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6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핵심 한 줄: 기록하면, ThinQ가 필요한 생활 루틴을 제안하고 가족과 함께 실행한다.</a:t>
            </a:r>
          </a:p>
        </p:txBody>
      </p:sp>
    </p:spTree>
    <p:extLst>
      <p:ext uri="{BB962C8B-B14F-4D97-AF65-F5344CB8AC3E}">
        <p14:creationId xmlns:p14="http://schemas.microsoft.com/office/powerpoint/2010/main" val="5328855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32EA8-3488-4345-9DF8-85E88FC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1BE5-5C77-42EE-819A-0E43F14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A18E8-80F4-4305-98F3-ABEE5BA5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KEY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899BC-344B-4C80-9F26-999E3BA0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5개 기능은 모두 HS 제품군과 연결되어 ‘LG다운 차별성’을 만든다.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EB240-A0DB-4099-9465-CCA0F13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A3302-37BC-4F5E-B4CC-A89937E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DABA-863D-4609-8C73-B85A077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31D3E-4889-4302-B312-E56848BB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0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0AC77-4858-45AE-96BE-18E3DBE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오늘의 맘 다이어리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409A0-9FD0-412E-9E5E-A3EA134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669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임신 주차, 식사, 수분, 병원 일정, 태동 메모, 복용 체크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B00DB-A5F2-4B74-B18D-61A8B6D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73C06-D49D-415C-BEE4-45394744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0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31877-CB8B-430E-B48F-77CCA3E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식재료·식단 다이어리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A6A59-1177-4E55-88FC-5E42556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98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냉장고 유통기한, 냄새 민감 재료 메모, 광파오븐 간편 조리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A4C6F-1D8A-44B9-BD84-8A062F17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7939C-03BB-4ACF-8007-E3710DBF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0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C3F8B-C716-4110-ADD2-B3ABCD7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세탁·위생 다이어리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20C28-FEA9-4EF3-8693-FA9C0036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528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침구·속옷·수건·아기 옷 세탁 주기와 살균 코스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1C5D3-766E-436F-A269-C1D12BF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E5DAA-1DAD-43CD-998B-D1DB2B18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0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7A673-C090-461C-A85B-25F4F9D1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공기·냄새 홈케어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75F52-1791-4E5F-BFE1-17D57DC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957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공기청정기, 에어컨, 제습기 기반 침실/주방 루틴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6E976-9417-4E54-BBEE-8B45B9B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9A794-7C6E-4AE5-B08A-4C6A7896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0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0DD94-BA3E-43F2-94E3-5D63610A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공유 체크리스트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30BC0-6167-4515-8B8E-8BBAE5E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387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장보기, 물통 채우기, 병원 동행, 출산가방 준비 분담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11AEB-C076-4050-9FDC-08533FE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제외 범위: 감정분석, 스트레스 수치화, 의료 진단성 혈당 판단 기능</a:t>
            </a:r>
          </a:p>
        </p:txBody>
      </p:sp>
    </p:spTree>
    <p:extLst>
      <p:ext uri="{BB962C8B-B14F-4D97-AF65-F5344CB8AC3E}">
        <p14:creationId xmlns:p14="http://schemas.microsoft.com/office/powerpoint/2010/main" val="295948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A838D-230E-4E61-A89B-22DEE4B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5286-E7A7-4235-B116-89B5620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301FD-477F-4745-B87A-F6A303A1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CUSTOMER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A2BB-A8B5-4713-A2F7-31812A4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하루 흐름 안에서 다이어리 입력은 자연스럽게 가전 실행으로 이어진다.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D7D20-5B63-46CA-92E3-3EFA03A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8639C-E5F8-4F98-AEA5-E3416E8C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3EA0-7C12-424B-A616-8E3E43B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A96A6-0E12-4904-90E2-8B06EFB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3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FE5A2-275A-4F06-B60B-2A1FCD5B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9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미온수 루틴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78443-E589-4255-A29B-5E2DD97E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정수기 물 섭취 체크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C02EC-0AEB-4FB0-BF76-F903A97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90512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668D9-D905-4BDE-A8CD-612E35F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57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FED87-9F8D-4561-8806-4D488868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051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3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0077F-274A-4633-8875-1BB86A5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9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식단 메모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73D0C-EA6D-4CAF-BF4D-A3730F1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냉장고 재료·장보기 공유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23F2E-5CC6-48A5-9794-7298D5A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0512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B29C3-3046-4887-9B86-6B07E50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0895E-1778-470F-8BAC-4CC50D1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3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A0978-AB4E-4495-9EB2-1E2E374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9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세탁 위생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5E0DD-10A3-41E2-948E-1A2FAD8A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침구/속옷 세탁 코스 추천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99EAC-2E1D-494D-8FFF-8585A048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290512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9F449-82FE-4F16-8787-F26BAF7A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BD143-6BB9-495A-ACF3-E24A1D4A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3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491D5-D335-4447-B38D-99CB0824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9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침실 케어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C717C-3524-446A-8B6B-B50DE3FB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공기청정·습도 루틴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6CA21-AEC0-45FD-9003-300859F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BA9DF-9530-4D64-B08C-62E1A1BD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18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Pain Point 해소: 기억해야 할 일을 줄이고, 직접 조작해야 할 가전을 루틴화하며, 가족의 역할을 앱 안에서 보이게 한다.</a:t>
            </a:r>
          </a:p>
        </p:txBody>
      </p:sp>
    </p:spTree>
    <p:extLst>
      <p:ext uri="{BB962C8B-B14F-4D97-AF65-F5344CB8AC3E}">
        <p14:creationId xmlns:p14="http://schemas.microsoft.com/office/powerpoint/2010/main" val="14345345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370DD-0748-4A47-861B-CABBC83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3B61-36FF-4F20-BD0A-5A2BC8F9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61447-C744-4716-8BD2-C6FDFCF8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DX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49CA9-75F3-478A-990C-FE92D02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서비스는 데이터 수집, 추천 로직, ThinQ 실행, 성과 추적의 닫힌 루프로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F90DD-41CF-4575-A866-4B6361A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C3F0A-EC4C-4332-AA8B-54A7D758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56FFF-8DEC-4B27-957B-202AA2B5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D199E-C1A3-4077-A0E6-0C76E55F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14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2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E1506-540C-4B03-BE7F-FCB852CB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소셜데이터 / VOC / 앱 리뷰 / 가전 상태 / 날씨·미세먼지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DF6C2-F889-41D0-B3BE-4FFFD89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2257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02596-76B4-43A7-9815-3FCB414E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40BF4-E775-48AE-A85F-3C94EEB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384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2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Insight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02ECF-001F-4A34-85AF-BCEF02A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토픽 모델링 / Pain Point 매핑 / 임신 주차별 루틴 태깅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764FF-092A-4531-9DFE-597A1B5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2981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EA7FD-4BC0-4847-9F7D-01CBC4C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8232E-59D3-4C0B-BB7B-5628D7A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62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2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Service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7916F-EDBC-4A25-9334-9864C16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맘 다이어리 / 루틴 추천 / 가족 체크리스트 / 알림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0E38D-5385-448E-B145-929AF6B2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37052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67CEA-AC6B-4E8A-876C-C95BE99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FDC5A-8173-46D6-AFD5-A9FF790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862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2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Execution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A2AE0-7C00-4B17-85EB-051742C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정수기 / 냉장고 / 세탁기·건조기 / 공기청정기 / 광파오븐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F00FB-8E9A-4857-830E-9AD9DF26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44291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731"/>
          </a:solidFill>
          <a:ln xmlns:a="http://schemas.openxmlformats.org/drawingml/2006/main" w="0">
            <a:solidFill>
              <a:srgbClr val="D4473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1F853-073D-4293-9E25-6BBAF7A8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833D0-FD84-4490-9A13-07FEAB58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62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Tracker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5535F-7A31-48DF-988E-C34BA937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작성률 / 실행률 / 재방문율 / 연계 구매 전환 / 문의 감소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8D822-F950-44C8-A5DF-9DAED970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5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개인 건강 데이터를 진단하지 않고, 사용자가 직접 입력한 생활 기록과 기기 상태를 바탕으로 생활 루틴을 추천한다.</a:t>
            </a:r>
          </a:p>
        </p:txBody>
      </p:sp>
    </p:spTree>
    <p:extLst>
      <p:ext uri="{BB962C8B-B14F-4D97-AF65-F5344CB8AC3E}">
        <p14:creationId xmlns:p14="http://schemas.microsoft.com/office/powerpoint/2010/main" val="18741576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B13E83-6771-4B46-AA9C-35626E4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31BBE-77CA-4E40-8F8F-DA6F586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600D6-9A5D-4378-BA95-91AC14E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PERFORMANCE TRACKERS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FAF07-E4B9-4E4F-A564-67CA6FD6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성과는 감정 지표가 아니라 사용 행동과 연결 가전 가치로 검증한다.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9545D-69A2-4006-9354-50A91026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8D0C-800A-4128-A94F-27101012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F8D8A-C933-4EFB-B5A7-C422AA07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맘 다이어리 작성률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EDD4-96D5-45FA-8A38-6D0C4BFD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757A7-9ADE-40F0-A71F-E9DC061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31203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78F10-ECE3-43BC-949E-901BD16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91BB0-D1F3-408A-AA1D-CDE5BA4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홈케어 루틴 실행률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FBE3-888E-47B4-9A0E-140B6DC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E0CDB-1552-4956-8888-0EA60C5E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5603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83D84-AF51-42A5-8BB7-F104A574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64%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4180A-973F-4824-B5D6-26BCC69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체크리스트 완료율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2C226-AF38-49E5-8BDF-3ECB93B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6D00E-D0BE-4BAB-BDD3-8E450AF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3202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4F98A-EDE3-49C8-B2AE-B86F41A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58%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BA396-AE20-4925-BABC-20CE997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식재료 알림 확인율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AD055-1ABA-47CC-9426-8BE0111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F9450-1006-4DAB-98EC-B95E0887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20802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E7C52-7C60-4097-AE9C-96AB786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52%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CC4D8-EA34-4E81-915F-B4F5E35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D0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A7CED-BBF6-4133-8980-F81932D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경영 성과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CA203-E53B-4B70-912B-9A15F1E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1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재방문율 증가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연결 가전 사용 빈도 증가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프리미엄 위생가전 관심 증대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반복 문의 감소 가능성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6FAF0-563A-4E04-97B9-D6F3BEF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예시 수치는 최종 분석 단계에서 실제 수집 데이터와 프로토타입 사용 로그로 대체</a:t>
            </a:r>
          </a:p>
        </p:txBody>
      </p:sp>
    </p:spTree>
    <p:extLst>
      <p:ext uri="{BB962C8B-B14F-4D97-AF65-F5344CB8AC3E}">
        <p14:creationId xmlns:p14="http://schemas.microsoft.com/office/powerpoint/2010/main" val="13791065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64C88-0B95-40AD-9206-666EF6FE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BC7C-DEBD-4089-A8FE-4F30C3D4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0D018-E178-4B62-A11B-D64E0CC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FINAL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E0642-2B57-4A21-8BF8-D6C5142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맘 다이어리는 ‘정보 앱’이 아니라 ‘집 안 실행 경험’을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C289-2D13-4237-822A-F7017C04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29363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76A56-47EE-4DE3-8927-E469723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Mom Diary | DX Project Draft  | 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C61A3-83F4-4486-8F6A-6F987387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F9B3-1235-438F-A216-044955F8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642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8068B-7A23-4802-9FD3-7E018D41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 홈케어는 HS 제품군의 생활가전 경쟁력과 직접 연결된다.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CCC37-7492-47E0-96FF-F65CC18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BAB20-1433-4803-BDDC-CB084E77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642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B02CC-B751-4206-9B3A-1C6CE51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고객 Pain Point는 검색 피로, 위생 루틴 누락, 직접 조작 부담, 가족 분담 부재다.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F1A42-083F-43A7-86E5-B0ABE5D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5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FB2A0-1BDE-4DF7-9226-0EB5C18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642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0C067-BC04-42DB-B091-66A01DF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소셜데이터 기반 루틴 추천과 ThinQ 실행 로그로 개선 효과를 추적할 수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31E6-53E5-4524-BF8A-ED942DA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1"/>
          </a:solidFill>
          <a:ln xmlns:a="http://schemas.openxmlformats.org/drawingml/2006/main" w="0">
            <a:solidFill>
              <a:srgbClr val="1F242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9FBB9-F936-4B63-921C-E5A94F4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7690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564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기록하면, ThinQ가 제안하고, 가족과 함께 실행하는 임산부 홈케어 다이어리</a:t>
            </a:r>
          </a:p>
        </p:txBody>
      </p:sp>
    </p:spTree>
    <p:extLst>
      <p:ext uri="{BB962C8B-B14F-4D97-AF65-F5344CB8AC3E}">
        <p14:creationId xmlns:p14="http://schemas.microsoft.com/office/powerpoint/2010/main" val="265882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2026-05-20T01:26:12.5840000Z</dcterms:created>
  <dcterms:modified xsi:type="dcterms:W3CDTF">2026-05-20T01:26:12.5850000Z</dcterms:modified>
</coreProperties>
</file>