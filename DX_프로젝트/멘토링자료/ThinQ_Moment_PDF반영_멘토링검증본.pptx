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10896" cy="6473952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TEAM CONCEPT PROPOSAL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40080" y="104241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02124"/>
                </a:solidFill>
              </a:rPr>
              <a:t>ThinQ Moment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LG 가전 생태계 기반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202124"/>
                </a:solidFill>
              </a:rPr>
              <a:t>임산부 초개인화 케어 솔루션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" y="316382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임산부의 감정 변화, 건강 기록, 일상을 AI로 분석하여 맞춤형 케어를 제공하는 스마트 임신 다이어리 서비스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94944" y="4370832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427525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Fact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499616" y="4370832"/>
            <a:ext cx="9144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3624" y="4427525"/>
            <a:ext cx="7863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Concept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578608" y="4370832"/>
            <a:ext cx="120700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4427525"/>
            <a:ext cx="107899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DX Scenario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7882128" y="932688"/>
            <a:ext cx="2606040" cy="2606040"/>
          </a:xfrm>
          <a:prstGeom prst="ellipse">
            <a:avLst/>
          </a:prstGeom>
          <a:solidFill>
            <a:srgbClr val="F8E1D8"/>
          </a:solidFill>
          <a:ln w="12700">
            <a:solidFill>
              <a:srgbClr val="F8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143560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DF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14232" y="17830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기록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해석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A50034"/>
                </a:solidFill>
              </a:rPr>
              <a:t>반응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팀 제안 컨셉. LG ThinQ/UP가전/가전 구독 전략을 참고한 서비스 가설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2. 추진 배경 | Fact-based Problem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검증된 사실은 스트레스·지지·가사 부담이 임신 경험을 흔든다는 점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21792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874520"/>
            <a:ext cx="3090672" cy="8229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인구 통계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A50034"/>
                </a:solidFill>
              </a:rPr>
              <a:t>31.6세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2024년 여성 평균 초혼연령. 초혼·출산 연령 상승은 고령·고위험 임신 관리 요구를 확대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874520"/>
            <a:ext cx="3090672" cy="82296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학술적 근거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27448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0E766E"/>
                </a:solidFill>
              </a:rPr>
              <a:t>배우자와 가족의 지지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72744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모성 정체성 영향요인: 지각된 스트레스는 부정적, 배우자·가족 지지는 긍정적 영향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30768" y="1874520"/>
            <a:ext cx="309067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0768" y="1874520"/>
            <a:ext cx="3090672" cy="82296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20756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가사 노동 부하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31936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BF8730"/>
                </a:solidFill>
              </a:rPr>
              <a:t>산모 지원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631936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광주 임산부 막달 가사돌봄. 소득 기준 없이 지원될 만큼 가사 피로가 사회적 페인포인트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49040" y="2395728"/>
            <a:ext cx="41148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53528" y="2395728"/>
            <a:ext cx="41148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187952"/>
            <a:ext cx="10716768" cy="896112"/>
          </a:xfrm>
          <a:prstGeom prst="roundRect">
            <a:avLst>
              <a:gd name="adj" fmla="val 408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A50034"/>
                </a:solidFill>
              </a:rPr>
              <a:t>문제 정의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1874520" y="43159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</a:rPr>
              <a:t>임산부는 임신 기간 동안 감정 변화와 정보 과부하, 생활 불편을 동시에 경험하지만 이를 통합적으로 관리하고 케어해주는 개인 맞춤형 서비스는 부족하다.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통계청 「2024년 혼인·이혼 통계」; Seo et al., Women's Health Nursing 26(1), 2020; 광주광역시 임산부 막달 가사돌봄 서비스 보도자료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3. 기존 서비스 한계 | Gap Analysis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기존 앱은 기록과 정보 제공에 머물고, 생활 불편을 직접 해결하지 못함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3218688" cy="91440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A50034"/>
                </a:solidFill>
              </a:rPr>
              <a:t>01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신뢰성 부족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868680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앱 사용자의 55.4%가 위험 징후 정보를 찾지만, 앱 전체 평점은 2.73/5. 게시자 포털 61%, 의료기관 3.3%.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507992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828800"/>
            <a:ext cx="3218688" cy="91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0E766E"/>
                </a:solidFill>
              </a:rPr>
              <a:t>02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47365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입력 및 관리 피로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4736592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매일 컨디션 체크와 일기 작성 후에야 통계를 보여주는 무거운 기록 구조. 1초 터치·감정 슬라이더형 UX가 필요.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8375904" y="1828800"/>
            <a:ext cx="3218688" cy="25146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828800"/>
            <a:ext cx="3218688" cy="91440"/>
          </a:xfrm>
          <a:prstGeom prst="rect">
            <a:avLst/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4504" y="21396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BF8730"/>
                </a:solidFill>
              </a:rPr>
              <a:t>03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8604504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02124"/>
                </a:solidFill>
              </a:rPr>
              <a:t>해결력 부재</a:t>
            </a:r>
            <a:endParaRPr lang="en-US" sz="1720" dirty="0"/>
          </a:p>
        </p:txBody>
      </p:sp>
      <p:sp>
        <p:nvSpPr>
          <p:cNvPr id="20" name="Text 18"/>
          <p:cNvSpPr/>
          <p:nvPr/>
        </p:nvSpPr>
        <p:spPr>
          <a:xfrm>
            <a:off x="8604504" y="2990088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기록 이후 입덧, 실내 온도, 가사 노동 부담을 완화하는 후속 대처가 부족. 정보가 행동으로 연결되지 않음.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768096" y="4828032"/>
            <a:ext cx="10561320" cy="566928"/>
          </a:xfrm>
          <a:prstGeom prst="roundRect">
            <a:avLst>
              <a:gd name="adj" fmla="val 6452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50109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50034"/>
                </a:solidFill>
              </a:rPr>
              <a:t>Gap 전환 방향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212848" y="494690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가벼운 수동 기록 → ThinQ 해석 → LG 가전 제어 추천 → 생활 불편 완화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이연규, 「임신, 출산, 육아관련 모바일 어플리케이션의 이용실태와 컨텐츠 평가」; 한국사회보장정보원 「아이마중」</a:t>
            </a:r>
            <a:endParaRPr lang="en-US" sz="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4. 핵심 DX 기능 1 | 임산부 모드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입력은 가볍게, 제어는 뒤에서 추천하는 ThinQ 케어 루틴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2057400" cy="3520440"/>
          </a:xfrm>
          <a:prstGeom prst="roundRect">
            <a:avLst>
              <a:gd name="adj" fmla="val 1778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933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50034"/>
                </a:solidFill>
              </a:rPr>
              <a:t>1초 기록 UI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598725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1481328" y="2542032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5336" y="2598725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통증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822960" y="2944368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001061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수면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1481328" y="2944368"/>
            <a:ext cx="566928" cy="246888"/>
          </a:xfrm>
          <a:prstGeom prst="roundRect">
            <a:avLst>
              <a:gd name="adj" fmla="val 18519"/>
            </a:avLst>
          </a:prstGeom>
          <a:solidFill>
            <a:srgbClr val="C8194A"/>
          </a:solidFill>
          <a:ln w="12700">
            <a:solidFill>
              <a:srgbClr val="C81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3001061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불안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감정 슬라이더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41248" y="3977640"/>
            <a:ext cx="1261872" cy="0"/>
          </a:xfrm>
          <a:prstGeom prst="line">
            <a:avLst/>
          </a:prstGeom>
          <a:noFill/>
          <a:ln w="25400">
            <a:solidFill>
              <a:srgbClr val="E3DF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2768" y="3867912"/>
            <a:ext cx="219456" cy="219456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439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타이핑 최소화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</a:rPr>
              <a:t>수동 체크 기반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88920" y="3246120"/>
            <a:ext cx="384048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01568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2736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A50034"/>
                </a:solidFill>
              </a:rPr>
              <a:t>초기 1~12주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3602736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후각·입덧 케어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3602736" y="2852928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2909621"/>
            <a:ext cx="1472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입덧/울렁거림 체크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602736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퓨리케어 공기청정기·주방 후드 강력 탈취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휘센 에어컨 쾌적 냉방 가동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602736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449884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추천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5824728" y="3246120"/>
            <a:ext cx="25603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1344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E766E"/>
                </a:solidFill>
              </a:rPr>
              <a:t>중기 13~27주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6382512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합병증·정서 케어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6382512" y="2852928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909621"/>
            <a:ext cx="1472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임당/체중 관리 선택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6382512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DIOS 냉장고·광파오븐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저당식 맞춤 레시피 추천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382512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449884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추천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8604504" y="3246120"/>
            <a:ext cx="256032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1792224"/>
            <a:ext cx="2331720" cy="3456432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62288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F8730"/>
                </a:solidFill>
              </a:rPr>
              <a:t>후기 28~40주</a:t>
            </a:r>
            <a:endParaRPr lang="en-US" sz="770" dirty="0"/>
          </a:p>
        </p:txBody>
      </p:sp>
      <p:sp>
        <p:nvSpPr>
          <p:cNvPr id="41" name="Text 39"/>
          <p:cNvSpPr/>
          <p:nvPr/>
        </p:nvSpPr>
        <p:spPr>
          <a:xfrm>
            <a:off x="9162288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2124"/>
                </a:solidFill>
              </a:rPr>
              <a:t>수면·만삭 케어</a:t>
            </a:r>
            <a:endParaRPr lang="en-US" sz="1420" dirty="0"/>
          </a:p>
        </p:txBody>
      </p:sp>
      <p:sp>
        <p:nvSpPr>
          <p:cNvPr id="42" name="Shape 40"/>
          <p:cNvSpPr/>
          <p:nvPr/>
        </p:nvSpPr>
        <p:spPr>
          <a:xfrm>
            <a:off x="9162288" y="2852928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26296" y="2909621"/>
            <a:ext cx="1472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수면 장애 입력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9162288" y="340156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에어컨 초간접 수면 바람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가습기 연동 숙면 환경 추천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9162288" y="4407408"/>
            <a:ext cx="1874520" cy="310896"/>
          </a:xfrm>
          <a:prstGeom prst="rect">
            <a:avLst/>
          </a:prstGeom>
          <a:solidFill>
            <a:srgbClr val="FFF2ED"/>
          </a:solidFill>
          <a:ln w="12700">
            <a:solidFill>
              <a:srgbClr val="FFF2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00032" y="449884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202124"/>
                </a:solidFill>
              </a:rPr>
              <a:t>ThinQ Routine 추천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1초 기록 UI 및 주차별 가전 연동은 팀 제안 Concept. LG ThinQ/UP가전의 원격 제어·루틴·업그레이드 구조 참고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5. 핵심 DX 기능 2 | 보호자 모드 &amp; Momo-Q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배우자의 지지를 가전 미션과 감성 대화로 시스템화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892040" cy="3273552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50034"/>
                </a:solidFill>
              </a:rPr>
              <a:t>보호자 가전 미션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32688" y="2784348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724912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산모 컨디션이 남편 ThinQ 앱에 공유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932688" y="318668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127248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퇴근 전 세탁·건조·청소 미션 알림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005840" y="3730752"/>
            <a:ext cx="4114800" cy="566928"/>
          </a:xfrm>
          <a:prstGeom prst="roundRect">
            <a:avLst>
              <a:gd name="adj" fmla="val 645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9227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02124"/>
                </a:solidFill>
              </a:rPr>
              <a:t>“아내의 허리 부담을 줄이기 위해 세탁/건조를 하시는 건 어떤가요?”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742432" y="3154680"/>
            <a:ext cx="50292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5074920" cy="3273552"/>
          </a:xfrm>
          <a:prstGeom prst="roundRect">
            <a:avLst>
              <a:gd name="adj" fmla="val 1117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2084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E766E"/>
                </a:solidFill>
              </a:rPr>
              <a:t>Momo-Q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26680" y="2157984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667085"/>
                </a:solidFill>
              </a:rPr>
              <a:t>일일 AI 감정 싱크 질문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711696" y="2802636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2743200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답변 완료 전까지 서로의 답변 Lock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711696" y="3186684"/>
            <a:ext cx="54864" cy="5486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3127248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</a:rPr>
              <a:t>쑥스럽지만 관계를 돈독하게 만드는 질문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729984" y="37673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Q. 우리가 처음 운명이라고 느꼈던 닮은 점은?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729984" y="41148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02124"/>
                </a:solidFill>
              </a:rPr>
              <a:t>Q. 서로가 닮았다고 생각하는 동물이나 사물은?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배우자·가족 지지 효과는 Seo et al., 2020. 보호자 미션, Momo-Q, 가전 분위기 전환은 팀 제안 Concept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6. 비즈니스 가치 | BX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왜 LG전자가 해야 하는가: 임신 주차별 가전 구독과 생애주기 전환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ThinQ Mom-Log는 임산부 케어 앱이 아니라 LG 가전 경험을 생애주기 서비스로 확장하는 접점입니다.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A50034"/>
                </a:solidFill>
              </a:rPr>
              <a:t>초기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입덧 케어 프로토콜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탈취·냉방·환기 루틴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공기청정/후드/에어컨 중심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8696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3200400" y="3035808"/>
            <a:ext cx="32004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E766E"/>
                </a:solidFill>
              </a:rPr>
              <a:t>중기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72160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식단 관리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2160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저당식 레시피·식재료 관리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냉장고/광파오븐 중심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2160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6035040" y="3035808"/>
            <a:ext cx="320040" cy="292608"/>
          </a:xfrm>
          <a:prstGeom prst="chevron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28800"/>
            <a:ext cx="2331720" cy="2697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10312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BF8730"/>
                </a:solidFill>
              </a:rPr>
              <a:t>후기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56248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2124"/>
                </a:solidFill>
              </a:rPr>
              <a:t>가사 해방 패키지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56248" y="31272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세탁·건조·청소·수면환경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보호자 미션 연계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556248" y="3977640"/>
            <a:ext cx="960120" cy="246888"/>
          </a:xfrm>
          <a:prstGeom prst="roundRect">
            <a:avLst>
              <a:gd name="adj" fmla="val 18519"/>
            </a:avLst>
          </a:prstGeom>
          <a:solidFill>
            <a:srgbClr val="BF8730"/>
          </a:solidFill>
          <a:ln w="12700">
            <a:solidFill>
              <a:srgbClr val="BF87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4034333"/>
            <a:ext cx="8321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</a:rPr>
              <a:t>LaaS 확장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9189720" y="1828800"/>
            <a:ext cx="2194560" cy="2697480"/>
          </a:xfrm>
          <a:prstGeom prst="roundRect">
            <a:avLst>
              <a:gd name="adj" fmla="val 1667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2103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</a:rPr>
              <a:t>Mom → Baby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64040" y="270662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67085"/>
                </a:solidFill>
              </a:rPr>
              <a:t>임신 기간 Mom-Log 유입 고객은 출산 후 ThinQ Baby 육아 가전 케어로 자연 전환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749808" y="5074920"/>
            <a:ext cx="10561320" cy="475488"/>
          </a:xfrm>
          <a:prstGeom prst="roundRect">
            <a:avLst>
              <a:gd name="adj" fmla="val 7692"/>
            </a:avLst>
          </a:prstGeom>
          <a:solidFill>
            <a:srgbClr val="FFF2ED"/>
          </a:solidFill>
          <a:ln w="12700">
            <a:solidFill>
              <a:srgbClr val="F8E1D8">
                <a:alpha val="9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230368"/>
            <a:ext cx="9921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</a:rPr>
              <a:t>핵심 BX 가치: 임신이라는 고관여 시점에 ThinQ 루틴을 생활 습관으로 만들고, 출산 이후 육아 가전 구독·소모품·케어 서비스로 LTV를 확장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LG전자 뉴스룸 「UP가전 2.0」; LG전자 「ThinQ UP/UP가전」; LG전자 가전 구독 소개. 비즈니스 패키지는 팀 제안 Concept</a:t>
            </a:r>
            <a:endParaRPr lang="en-US" sz="5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92B2F"/>
          </a:solidFill>
          <a:ln w="12700">
            <a:solidFill>
              <a:srgbClr val="292B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10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A50034"/>
                </a:solidFill>
              </a:rPr>
              <a:t>7. 멘토링 피드백 요청사항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</a:rPr>
              <a:t>비즈니스 모델, 타깃, 기술 스코핑을 검증받을 질문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7085"/>
                </a:solidFill>
              </a:rPr>
              <a:t>오늘 멘토링에서는 기능 아이디어보다 LG 생태계 확장 가능성을 중심으로 피드백을 요청합니다.</a:t>
            </a:r>
            <a:endParaRPr lang="en-US" sz="101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011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가전 제어 추천과 수동 기록, 부부 정서 소통을 결합한 방향성이 LG ThinQ 생태계 확장에 부합하는 비즈니스 모델로 타당해 보이는가?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2ED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66E"/>
                </a:solidFill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31821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타겟 페르소나를 임산부 전체에서 ‘합병증 우려가 높고 스마트 라이프 요구가 강한 30대 이상 고령/워킹맘’으로 구체화하는 것이 유리한가?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3232" y="4169664"/>
            <a:ext cx="1083564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398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730"/>
                </a:solidFill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43525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02124"/>
                </a:solidFill>
              </a:rPr>
              <a:t>식약처/보건복지부의 공공 API 및 외부 웨어러블 생체 데이터를 ThinQ와 연동하는 구조의 기술적 스코핑에 대한 조언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786384" y="5486400"/>
            <a:ext cx="10424160" cy="384048"/>
          </a:xfrm>
          <a:prstGeom prst="roundRect">
            <a:avLst>
              <a:gd name="adj" fmla="val 9524"/>
            </a:avLst>
          </a:prstGeom>
          <a:solidFill>
            <a:srgbClr val="FAF7F5"/>
          </a:solidFill>
          <a:ln w="12700">
            <a:solidFill>
              <a:srgbClr val="E3DFD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605272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667085"/>
                </a:solidFill>
              </a:rPr>
              <a:t>검증 기준: Fact 기반 문제 정의가 충분한지, Concept 시나리오가 LG ThinQ의 차별적 사업 가치로 확장 가능한지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12064" y="6574536"/>
            <a:ext cx="11201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E8ECEF"/>
                </a:solidFill>
              </a:rPr>
              <a:t>출처: 팀 멘토링 피드백 요청사항 정리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Moment</dc:title>
  <dc:subject>ThinQ Moment PDF aligned mentoring deck</dc:subject>
  <dc:creator>보람삼조</dc:creator>
  <cp:lastModifiedBy>보람삼조</cp:lastModifiedBy>
  <cp:revision>1</cp:revision>
  <dcterms:created xsi:type="dcterms:W3CDTF">2026-05-22T02:45:41Z</dcterms:created>
  <dcterms:modified xsi:type="dcterms:W3CDTF">2026-05-22T02:45:41Z</dcterms:modified>
</cp:coreProperties>
</file>