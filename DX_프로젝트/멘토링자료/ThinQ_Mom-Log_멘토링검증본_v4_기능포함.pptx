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4241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Mom-Log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LG 가전 생태계 기반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임산부 초개인화 케어 솔루션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800" y="3163824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67085"/>
                </a:solidFill>
              </a:rPr>
              <a:t>가벼운 수동 기록을 기반으로, AI가 분석하고 ThinQ 가전이 반응하는 스마트 임신 다이어리 서비스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694944" y="3931920"/>
            <a:ext cx="621792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87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본 자료는 실제 LG 내부 서비스가 아니라, LG ThinQ 및 가전 구독 전략과 연계해 팀이 새롭게 제안하는 BX/DX 비즈니스 컨셉입니다.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94944" y="513892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519562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Manual Light Input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212848" y="5138928"/>
            <a:ext cx="11430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6856" y="5195621"/>
            <a:ext cx="1014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AI Care Logic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3511296" y="513892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5195621"/>
            <a:ext cx="10607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Action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분석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반응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팀 제안 컨셉. LG ThinQ/UP가전/가전 구독 전략을 참고한 서비스 가설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2. 추진 배경 | Fact-based Problem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검증된 사실은 스트레스·지지·가사 부담이 임신 경험을 흔든다는 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이 페이지는 공인 출처와 논문에 기반한 문제 정의만 배치하고, 팀 제안 시나리오는 제외합니다.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74520"/>
            <a:ext cx="3090672" cy="82296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인구 통계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A50034"/>
                </a:solidFill>
              </a:rPr>
              <a:t>31.6세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2024년 여성 평균 초혼연령. 초혼·출산 연령 상승은 고령·고위험 임신 관리 요구를 확대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74520"/>
            <a:ext cx="3090672" cy="82296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학술적 근거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27448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0E766E"/>
                </a:solidFill>
              </a:rPr>
              <a:t>β=-0.27 / β=0.23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727448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모성 정체성 영향요인: 지각된 스트레스는 부정적, 배우자·가족 지지는 긍정적 영향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430768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1874520"/>
            <a:ext cx="3090672" cy="82296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가사 노동 부하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31936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BF8730"/>
                </a:solidFill>
              </a:rPr>
              <a:t>전 산모 지원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631936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광주 임산부 막달 가사돌봄. 소득 기준 없이 지원될 만큼 가사 피로가 사회적 페인포인트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2395728"/>
            <a:ext cx="41148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2395728"/>
            <a:ext cx="41148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187952"/>
            <a:ext cx="10716768" cy="896112"/>
          </a:xfrm>
          <a:prstGeom prst="roundRect">
            <a:avLst>
              <a:gd name="adj" fmla="val 408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문제 정의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874520" y="431596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임산부 케어의 핵심은 정보 제공이 아니라, 스트레스 완화·배우자 지지 강화·가사 부담 경감을 생활 환경 안에서 지속적으로 작동시키는 것이다.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통계청 「2024년 혼인·이혼 통계」; Seo et al., Women's Health Nursing 26(1), 2020; 광주광역시 임산부 막달 가사돌봄 서비스 보도자료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3. 기존 서비스 한계 | Gap Analysis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기존 앱은 기록과 정보 제공에 머물고, 생활 불편을 직접 해결하지 못함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기존 앱 연구의 한계를 기반으로 ThinQ Mom-Log의 차별화 지점을 정의합니다.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4507992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28800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입력 및 관리 피로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4736592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매일 컨디션 체크와 일기 작성 후에야 통계를 보여주는 무거운 기록 구조. 1초 터치·감정 슬라이더형 UX가 필요.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8375904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828800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8604504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기록 이후 입덧, 실내 온도, 가사 노동 부담을 완화하는 후속 대처가 부족. 정보가 행동으로 연결되지 않음.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68096" y="4828032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0109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12848" y="494690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</a:rPr>
              <a:t>가벼운 수동 기록 → AI 분석 → 신뢰 정보 추천 → ThinQ 가전 자동 제어 → 생활 불편 완화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이연규, 「임신, 출산, 육아관련 모바일 어플리케이션의 이용실태와 컨텐츠 평가」; 한국사회보장정보원 「아이마중」</a:t>
            </a:r>
            <a:endParaRPr lang="en-US" sz="5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4. 임산부 모드 | 기능 1·3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1초 수동 기록이 AI 추천과 ThinQ 가전 제어로 이어지는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산모는 체크리스트와 슬라이더만 입력하고, 뒤단에서 AI 분석과 가전 제어가 자동 실행됩니다.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084832" cy="3401568"/>
          </a:xfrm>
          <a:prstGeom prst="roundRect">
            <a:avLst>
              <a:gd name="adj" fmla="val 175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1초 증상 체크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615184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71877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입덧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463040" y="2615184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7048" y="2671877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붓기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804672" y="2999232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55925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두통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463040" y="2999232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7048" y="3055925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피로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35844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667085"/>
                </a:solidFill>
              </a:rPr>
              <a:t>감정 슬라이더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841248" y="3977640"/>
            <a:ext cx="1261872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3867912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70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2124"/>
                </a:solidFill>
              </a:rPr>
              <a:t>불안 · 예민함 · 우울감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88920" y="3218688"/>
            <a:ext cx="384048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1828800"/>
            <a:ext cx="2331720" cy="336499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A50034"/>
                </a:solidFill>
              </a:rPr>
              <a:t>12주차 + 입덧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602736" y="265176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AI 주차별 추천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602736" y="2999232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생강차·냉수·소량 식사 추천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공기청정기/후드 탈취 + 에어컨 쾌적 냉방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3602736" y="431596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437266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자동 반응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824728" y="3218688"/>
            <a:ext cx="25603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1828800"/>
            <a:ext cx="2331720" cy="3364992"/>
          </a:xfrm>
          <a:prstGeom prst="roundRect">
            <a:avLst>
              <a:gd name="adj" fmla="val 156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E766E"/>
                </a:solidFill>
              </a:rPr>
              <a:t>28주차 + 붓기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6382512" y="265176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AI 주차별 추천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6382512" y="2999232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저염식·수분 섭취·좌식 자제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스트레칭 가이드 제공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6382512" y="431596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37266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자동 반응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8604504" y="3218688"/>
            <a:ext cx="25603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828800"/>
            <a:ext cx="2331720" cy="336499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62288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F8730"/>
                </a:solidFill>
              </a:rPr>
              <a:t>36주차 + 수면 불편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9162288" y="265176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AI 주차별 추천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162288" y="2999232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좌측 수면 자세 안내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조명 디밍 + 에어컨 수면모드 + 가습기 40~60%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9162288" y="431596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26296" y="437266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자동 반응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주차별 추천·가전 자동 제어는 팀 제안 Concept. 건강 정보는 검증 출처 기반 제공을 전제로 함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5. 임산부 모드 | 기능 2·4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정신 케어와 신뢰 정보 추천으로 ‘기록 이후의 불안’을 줄임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감정 변화는 시각화하고, 임신 정보는 검증된 출처와 원문 링크를 함께 제공합니다.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429000"/>
          </a:xfrm>
          <a:prstGeom prst="roundRect">
            <a:avLst>
              <a:gd name="adj" fmla="val 106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50034"/>
                </a:solidFill>
              </a:rPr>
              <a:t>정신 케어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87552" y="271119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517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오늘의 감정 체크: 불안, 예민함, 우울감, 피로감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987552" y="30769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0175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주간 감정 리포트 시각화: 주차별 감정 변화 그래프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987552" y="344271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3832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우울·불안 경향 감지 시 호흡법, 명상, 산전 우울 정보 추천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987552" y="380847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4904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필요 시 전문 상담 연결 안내 및 병원 정보 제공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1005840" y="4315968"/>
            <a:ext cx="420624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47141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02124"/>
                </a:solidFill>
              </a:rPr>
              <a:t>감정 패턴 → 콘텐츠 추천 → 상담/병원 안내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5074920" cy="342900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66E"/>
                </a:solidFill>
              </a:rPr>
              <a:t>신뢰할 수 있는 정보 추천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702552" y="271119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6517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대한산부인과학회, 보건복지부, WHO 등 검증 출처 기반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702552" y="30769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30175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AI 요약 제공 시 원문 출처 링크를 함께 노출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702552" y="344271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33832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맘카페·블로그 정보와 구분되는 출처 배지 UI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702552" y="380847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374904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주차·오늘 기록·증상에 맞는 상황별 정보 추천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711696" y="4370832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4427525"/>
            <a:ext cx="1563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대한산부인과학회 기준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577072" y="4370832"/>
            <a:ext cx="132588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4427525"/>
            <a:ext cx="1197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보건복지부 자료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10040112" y="4370832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4427525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WHO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정신 케어·신뢰 정보 추천은 팀 제안 Concept. 정보 출처 후보: 보건복지부, 질병관리청, WHO, 대한산부인과학회 등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6. 보호자 모드 | 기능 5·6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보호자 다이어리와 커뮤니티로 지지 체계를 서비스 안에 설계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산모가 공개 허용한 기록만 공유하고, 같은 주차대 사용자끼리 안전하게 공감할 수 있게 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50034"/>
                </a:solidFill>
              </a:rPr>
              <a:t>보호자 다이어리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87552" y="26929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3347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남편·가족이 별도 보호자 계정으로 접속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987552" y="305866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99923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임산부가 공개 허용한 컨디션 요약만 공유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987552" y="342442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36499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보호자도 기대감, 미안함, 응원 메시지를 다이어리로 기록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987552" y="379018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3075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ThinQ 앱으로 세탁·건조·청소 등 가전 미션 안내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1005840" y="4370832"/>
            <a:ext cx="4206240" cy="475488"/>
          </a:xfrm>
          <a:prstGeom prst="roundRect">
            <a:avLst>
              <a:gd name="adj" fmla="val 769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517136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</a:rPr>
              <a:t>“오늘 허리 통증이 높아요. 퇴근 전 세탁/건조 미션을 완료하세요.”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5074920" cy="3401568"/>
          </a:xfrm>
          <a:prstGeom prst="roundRect">
            <a:avLst>
              <a:gd name="adj" fmla="val 107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66E"/>
                </a:solidFill>
              </a:rPr>
              <a:t>주차별 커뮤니티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702552" y="26929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63347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같은 임신 주차대 사용자끼리 익명 정보 교류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702552" y="305866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99923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초기 입덧방, 중기 임당/체중방, 후기 수면/출산준비방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702552" y="342442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336499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공감 기반 질문은 커뮤니티로, 의료성 답변은 검증 정보로 분리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702552" y="379018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373075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부정확한 정보 확산을 막기 위한 출처 배지·신고 구조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711696" y="4407408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4464101"/>
            <a:ext cx="8778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12주차 입덧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7882128" y="4407408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6136" y="4464101"/>
            <a:ext cx="8778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28주차 붓기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9052560" y="4407408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6568" y="4464101"/>
            <a:ext cx="8778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36주차 수면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배우자·가족 지지 효과는 Seo et al., 2020. 보호자 다이어리·커뮤니티 구조는 팀 제안 Concept</a:t>
            </a:r>
            <a:endParaRPr lang="en-US" sz="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7. 감성 커플 기능 | Momo-Q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부부의 지지를 ‘해야 할 일’과 ‘설레는 대화’로 동시에 만든다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보호자 모드를 업무 알림으로만 만들지 않고, 부부 관계를 돈독하게 만드는 감성 경험으로 확장합니다.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A50034"/>
                </a:solidFill>
              </a:rPr>
              <a:t>일일 AI 감정 싱크 질문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60120" y="2816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</a:rPr>
              <a:t>Q. 우리가 처음 운명이라고 느꼈던 닮은 점은?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328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</a:rPr>
              <a:t>Q. 서로가 닮았다고 생각하는 동물이나 사물은?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42062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답변 완료 전까지 서로의 답변은 Lock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0520" y="3273552"/>
            <a:ext cx="384048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82880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20848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E766E"/>
                </a:solidFill>
              </a:rPr>
              <a:t>답변 공개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029200" y="2766060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706624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둘 다 수동으로 답변 완료하면 Lock 해제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029200" y="31501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309067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AI가 서로의 답변에서 긍정 포인트 요약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029200" y="35341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347472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응원 메시지와 보호자 미션을 함께 제안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047488" y="4334256"/>
            <a:ext cx="11430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4390949"/>
            <a:ext cx="1014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Couple Sync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8183880" y="3273552"/>
            <a:ext cx="384048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59952" y="1828800"/>
            <a:ext cx="2697480" cy="329184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5984" y="20848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BF8730"/>
                </a:solidFill>
              </a:rPr>
              <a:t>가전 분위기 전환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9052560" y="2766060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270662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거실 조명 웜톤 디밍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052560" y="31501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0576" y="309067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공기청정기 쾌적 대화 모드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9052560" y="35341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0576" y="347472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부부 대화 환경을 물리적으로 조성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9070848" y="4334256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856" y="4390949"/>
            <a:ext cx="1563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Conversation Routine ON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Momo-Q 및 가전 분위기 전환은 팀 제안 Concept. 배우자 지지의 중요성은 Seo et al., 2020 기반</a:t>
            </a:r>
            <a:endParaRPr lang="en-US" sz="5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8. 비즈니스 가치 | BX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왜 LG전자가 해야 하는가: 임신 주차별 가전 구독과 생애주기 전환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ThinQ Mom-Log는 임산부 케어 앱이 아니라 LG 가전 경험을 생애주기 서비스로 확장하는 접점입니다.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초기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8696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입덧 케어 패키지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탈취·냉방·환기 루틴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공기청정/후드/에어컨 중심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8696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3200400" y="3035808"/>
            <a:ext cx="32004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766E"/>
                </a:solidFill>
              </a:rPr>
              <a:t>중기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72160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식단 케어 패키지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2160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저당식 레시피·식재료 관리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냉장고/광파오븐 중심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2160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6035040" y="3035808"/>
            <a:ext cx="32004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BF8730"/>
                </a:solidFill>
              </a:rPr>
              <a:t>후기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55624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가사 해방 패키지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5624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세탁·건조·청소·수면환경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보호자 미션 연계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55624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9189720" y="1828800"/>
            <a:ext cx="2194560" cy="2697480"/>
          </a:xfrm>
          <a:prstGeom prst="roundRect">
            <a:avLst>
              <a:gd name="adj" fmla="val 166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Mom → Baby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64040" y="270662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임신 기간 Mom-Log 유입 고객은 출산 후 ThinQ Baby 육아 가전 케어로 자연 전환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9464040" y="3886200"/>
            <a:ext cx="1371600" cy="310896"/>
          </a:xfrm>
          <a:prstGeom prst="rect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3977640"/>
            <a:ext cx="9692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50034"/>
                </a:solidFill>
              </a:rPr>
              <a:t>평생 구독 고객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49808" y="5074920"/>
            <a:ext cx="10561320" cy="475488"/>
          </a:xfrm>
          <a:prstGeom prst="roundRect">
            <a:avLst>
              <a:gd name="adj" fmla="val 769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230368"/>
            <a:ext cx="9921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핵심 BX 가치: 임신이라는 고관여 시점에 ThinQ 루틴을 생활 습관으로 만들고, 출산 이후 육아 가전 구독·소모품·케어 서비스로 LTV를 확장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LG전자 뉴스룸 「UP가전 2.0」; LG전자 「ThinQ UP/UP가전」; LG전자 가전 구독 소개. 비즈니스 패키지는 팀 제안 Concept</a:t>
            </a:r>
            <a:endParaRPr lang="en-US" sz="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9. 멘토링 피드백 요청사항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오늘 멘토링에서는 기능 아이디어보다 LG 생태계 확장 가능성을 중심으로 피드백을 요청합니다.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가전 제어와 수동 기록, 부부 정서 소통을 결합한 방향성이 LG ThinQ 생태계 확장에 부합하는 비즈니스 모델로 타당해 보이는가?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타겟 페르소나를 임산부 전체에서 ‘합병증 우려가 높고 스마트 라이프 요구가 강한 30대 이상 고령/워킹맘’으로 구체화하는 것이 유리한가?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식약처/보건복지부의 공공 API 및 외부 웨어러블 생체 데이터를 ThinQ와 연동하는 구조의 기술적 스코핑에 대한 조언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605272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검증 기준: 기능이 충분히 보이는지, Concept 시나리오가 LG ThinQ의 차별적 사업 가치로 확장 가능한지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Mom-Log</dc:title>
  <dc:subject>ThinQ Mom-Log mentoring deck with service features</dc:subject>
  <dc:creator>보람삼조</dc:creator>
  <cp:lastModifiedBy>보람삼조</cp:lastModifiedBy>
  <cp:revision>1</cp:revision>
  <dcterms:created xsi:type="dcterms:W3CDTF">2026-05-22T02:40:04Z</dcterms:created>
  <dcterms:modified xsi:type="dcterms:W3CDTF">2026-05-22T02:40:04Z</dcterms:modified>
</cp:coreProperties>
</file>