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Moment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202124"/>
                </a:solidFill>
              </a:rPr>
              <a:t>LG 가전 생태계 기반</a:t>
            </a:r>
            <a:endParaRPr lang="en-US" sz="2520" dirty="0"/>
          </a:p>
          <a:p>
            <a:pPr indent="0" marL="0">
              <a:buNone/>
            </a:pPr>
            <a:r>
              <a:rPr lang="en-US" sz="2520" b="1" dirty="0">
                <a:solidFill>
                  <a:srgbClr val="202124"/>
                </a:solidFill>
              </a:rPr>
              <a:t>임산부 초개인화 케어 솔루션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667085"/>
                </a:solidFill>
              </a:rPr>
              <a:t>임산부의 감정 변화, 건강 기록, 일상을 AI로 분석하여 맞춤형 케어를 제공하는 스마트 임신 다이어리 서비스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694944" y="3895344"/>
            <a:ext cx="6583680" cy="786384"/>
          </a:xfrm>
          <a:prstGeom prst="roundRect">
            <a:avLst>
              <a:gd name="adj" fmla="val 465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4223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컨셉입니다.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94944" y="5102352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5159045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Fact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1499616" y="5102352"/>
            <a:ext cx="105156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3624" y="5159045"/>
            <a:ext cx="92354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Pain Point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697480" y="5102352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5159045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DX Concept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해석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추천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3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2. 추진 배경 스토리라인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현상 → 핵심 문제 → 기존 해결책의 한계 → DX 해결책으로 전개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처음 보는 사람도 이해할 수 있도록, 모든 장표는 이 4단계 논리 구조를 따라 전개됩니다.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148840"/>
            <a:ext cx="384048" cy="38404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381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</a:rPr>
              <a:t>현상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저출산 위기 속에서도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임신·출산 관리 수요는 증가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03580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2148840"/>
            <a:ext cx="384048" cy="384048"/>
          </a:xfrm>
          <a:prstGeom prst="ellipse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4845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66E"/>
                </a:solidFill>
              </a:rPr>
              <a:t>핵심 문제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4845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신체 부담, 정서 스트레스,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가사·가족 소통 문제가 동시 발생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87044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2148840"/>
            <a:ext cx="384048" cy="384048"/>
          </a:xfrm>
          <a:prstGeom prst="ellipse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8309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8730"/>
                </a:solidFill>
              </a:rPr>
              <a:t>기존 해결책의 한계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8309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앱·커뮤니티는 정보 제공 중심,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신뢰성과 행동 연결이 부족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70508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17736" y="2148840"/>
            <a:ext cx="384048" cy="384048"/>
          </a:xfrm>
          <a:prstGeom prst="ellipse">
            <a:avLst/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5489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31773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94A"/>
                </a:solidFill>
              </a:rPr>
              <a:t>솔루션 방향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1773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가벼운 수동 기록을 AI가 해석하고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ThinQ 루틴·보호자 미션으로 연결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749808" y="5303520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440680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02124"/>
                </a:solidFill>
              </a:rPr>
              <a:t>핵심 한 줄: ThinQ Moment는 임산부의 기록을 정보 확인에 그치지 않고, 생활 환경 개선을 위한 추천 루틴으로 연결하는 서비스입니다.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스토리라인 재구성</a:t>
            </a:r>
            <a:endParaRPr lang="en-US" sz="5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3. 현상 분석 | Market Context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출산율은 낮지만, 임신·출산 관리 수요는 오히려 더 선명해지고 있음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저출산 흐름 속에서도 임신 한 건당 건강·정서·생활 관리의 중요성은 커지고 있습니다.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21792" y="1901952"/>
            <a:ext cx="288036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01952"/>
            <a:ext cx="2880360" cy="8229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출산율 반등 조짐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22960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A50034"/>
                </a:solidFill>
              </a:rPr>
              <a:t>0.75명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2024년 합계출산율. 저출산 흐름 속에서도 전년 대비 반등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703320" y="1901952"/>
            <a:ext cx="2880360" cy="1280160"/>
          </a:xfrm>
          <a:prstGeom prst="roundRect">
            <a:avLst>
              <a:gd name="adj" fmla="val 2857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901952"/>
            <a:ext cx="2880360" cy="82296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진료비 신청 증가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904488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E766E"/>
                </a:solidFill>
              </a:rPr>
              <a:t>14.1%</a:t>
            </a:r>
            <a:endParaRPr lang="en-US" sz="1920" dirty="0"/>
          </a:p>
        </p:txBody>
      </p:sp>
      <p:sp>
        <p:nvSpPr>
          <p:cNvPr id="16" name="Text 14"/>
          <p:cNvSpPr/>
          <p:nvPr/>
        </p:nvSpPr>
        <p:spPr>
          <a:xfrm>
            <a:off x="3904488" y="27249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2025년 5월~2026년 1월 임신·출산 진료비 신청자 27만231명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784848" y="1901952"/>
            <a:ext cx="288036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1901952"/>
            <a:ext cx="2880360" cy="82296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초혼 연령 상승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986016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BF8730"/>
                </a:solidFill>
              </a:rPr>
              <a:t>31.6세</a:t>
            </a:r>
            <a:endParaRPr lang="en-US" sz="1920" dirty="0"/>
          </a:p>
        </p:txBody>
      </p:sp>
      <p:sp>
        <p:nvSpPr>
          <p:cNvPr id="21" name="Text 19"/>
          <p:cNvSpPr/>
          <p:nvPr/>
        </p:nvSpPr>
        <p:spPr>
          <a:xfrm>
            <a:off x="6986016" y="27249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2024년 여성 평균 초혼연령. 고령·고위험 임신 관리 필요성 증가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9857232" y="1901952"/>
            <a:ext cx="1627632" cy="1280160"/>
          </a:xfrm>
          <a:prstGeom prst="roundRect">
            <a:avLst>
              <a:gd name="adj" fmla="val 285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21396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기회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0104120" y="25420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2124"/>
                </a:solidFill>
              </a:rPr>
              <a:t>임신 기간의 건강·정서·생활 케어를 하나로 묶는 서비스 니즈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" y="4434840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6360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해석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536192" y="457200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2124"/>
                </a:solidFill>
              </a:rPr>
              <a:t>저출산은 단순한 시장 축소가 아니라, 임신 한 건당 체계적 관리와 가족 단위 케어의 중요성이 커지는 환경으로 해석할 수 있습니다.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통계청 「2024년 출생 통계」; 조선비즈, 2026.02.09, 건강보험공단 임신·출산 진료비 신청자 수 보도; 통계청 「2024년 혼인·이혼 통계」</a:t>
            </a:r>
            <a:endParaRPr lang="en-US" sz="53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4. 핵심 문제 정의 | CX Pain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임산부가 경험하는 3가지 복합 부담: 신체, 정서, 환경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임산부의 어려움은 단일 증상이 아니라 몸의 불편, 감정 스트레스, 가족·가사 부담이 겹친 문제입니다.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65376"/>
            <a:ext cx="3154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65376"/>
            <a:ext cx="3154680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A50034"/>
                </a:solidFill>
              </a:rPr>
              <a:t>신체 부담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941832" y="27889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2124"/>
                </a:solidFill>
              </a:rPr>
              <a:t>체중 증가, 장기 압박, 소화기계·근골격계 통증, 수면 질 하락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462272" y="1865376"/>
            <a:ext cx="3154680" cy="2423160"/>
          </a:xfrm>
          <a:prstGeom prst="roundRect">
            <a:avLst>
              <a:gd name="adj" fmla="val 150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865376"/>
            <a:ext cx="3154680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0E766E"/>
                </a:solidFill>
              </a:rPr>
              <a:t>정서 스트레스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4690872" y="27889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2124"/>
                </a:solidFill>
              </a:rPr>
              <a:t>스트레스가 낮고 배우자·가족 지지가 높을수록 모성 정체성은 증가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11312" y="1865376"/>
            <a:ext cx="3154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865376"/>
            <a:ext cx="3154680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BF8730"/>
                </a:solidFill>
              </a:rPr>
              <a:t>환경·가사 부담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8439912" y="27889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2124"/>
                </a:solidFill>
              </a:rPr>
              <a:t>임신 중 스트레스 키워드에 남편, 시댁, 육아, 회사, 가사 갈등이 반복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86384" y="4736592"/>
            <a:ext cx="10442448" cy="658368"/>
          </a:xfrm>
          <a:prstGeom prst="roundRect">
            <a:avLst>
              <a:gd name="adj" fmla="val 5556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965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서비스 관점의 결론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331720" y="49011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02124"/>
                </a:solidFill>
              </a:rPr>
              <a:t>임산부 케어는 ‘산모에게 더 많은 기록을 요구하는 앱’이 아니라, 가족과 집이 함께 반응하도록 만드는 생활 케어 시스템이어야 합니다.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질병관리청 국가건강정보포털; Seo et al., Women's Health Nursing 26(1), 2020; 한국여성정책연구원 LDA 분석 자료; 광주 임산부 막달 가사돌봄 서비스</a:t>
            </a:r>
            <a:endParaRPr lang="en-US" sz="5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5. 기존 해결책의 한계 | Gap Analysis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앱과 커뮤니티는 기대고 쓰지만, 신뢰와 행동 연결이 약함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기존 앱은 임신 정보를 보여주지만, 산모의 생활 불편과 가족 행동을 바꾸는 데에는 한계가 있습니다.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47088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507992" y="1847088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47088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기록 피로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컨디션과 일기를 길게 작성해야 통계를 볼 수 있는 구조. 몸이 힘든 산모에게 입력 허들이 높음.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375904" y="1847088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47088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입덧, 실내 환경, 수면, 가사 부담을 직접 완화하는 후속 대처가 부족. 정보가 행동으로 이어지지 않음.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68096" y="4846320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0292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4965192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02124"/>
                </a:solidFill>
              </a:rPr>
              <a:t>가벼운 수동 기록 → AI/RAG 해석 → 신뢰 정보 추천 → ThinQ 루틴 추천 → 보호자 미션으로 행동 연결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6. 해결책 도출 | ThinQ Moment Solution 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3가지 문제를 3가지 기능 축으로 1:1 대응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이 장표부터는 공인 데이터가 아니라 팀이 제안하는 Concept입니다.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94944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신체·생활 부담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임산부 모드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1초 체크리스트, 스트레스 지수, 주차별 AI 큐레이션, ThinQ 가전 루틴 추천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가족 소통 부족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464515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보호자 모드</a:t>
            </a:r>
            <a:endParaRPr lang="en-US" sz="1740" dirty="0"/>
          </a:p>
        </p:txBody>
      </p:sp>
      <p:sp>
        <p:nvSpPr>
          <p:cNvPr id="16" name="Text 14"/>
          <p:cNvSpPr/>
          <p:nvPr/>
        </p:nvSpPr>
        <p:spPr>
          <a:xfrm>
            <a:off x="4645152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보호자 다이어리, 보호자 가사 미션, Momo-Q 감성 질문, 완료 체크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56448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정보 신뢰성 부족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375904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Fact-Check 정보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공공 API·공신력 기관 자료 기반 RAG 챗봇, 출처 배지, 원문 링크 제공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6384" y="5285232"/>
            <a:ext cx="10442448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404104"/>
            <a:ext cx="9738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2124"/>
                </a:solidFill>
              </a:rPr>
              <a:t>핵심 구조: 산모는 가볍게 기록하고, AI는 맥락을 해석하며, ThinQ와 보호자는 실행 가능한 추천을 받습니다.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제안 Concept. 공공 API 후보: 아이사랑, 국민건강보험, 마더세이프, 복지로 등</a:t>
            </a:r>
            <a:endParaRPr lang="en-US" sz="5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7. 임산부 모드 | 기능 1·2·3·4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가벼운 수동 기록을 AI가 해석해 케어 추천으로 연결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기록을 없애는 것이 아니라, 1초 체크와 슬라이더로 입력 허들을 낮추는 구조입니다.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30352" y="1755648"/>
            <a:ext cx="2048256" cy="3547872"/>
          </a:xfrm>
          <a:prstGeom prst="roundRect">
            <a:avLst>
              <a:gd name="adj" fmla="val 1786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011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1초 수동 기록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" y="2542032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98725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426464" y="2542032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2598725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붓기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786384" y="2926080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82773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두통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26464" y="2926080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2982773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불안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04672" y="35844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감정 슬라이더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3968496"/>
            <a:ext cx="1225296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3858768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4439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신체 + 감정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수동 입력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3246120"/>
            <a:ext cx="34747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552" y="1792224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A50034"/>
                </a:solidFill>
              </a:rPr>
              <a:t>불편/스트레스 평가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474720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입덧·수면·스트레스 체크 시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공기청정기·에어컨·가습기 루틴 추천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132320" y="1792224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E766E"/>
                </a:solidFill>
              </a:rPr>
              <a:t>정신 케어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333488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오늘의 감정 체크, 주간 리포트,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명상·호흡·상담 기관 안내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273552" y="3584448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F8730"/>
                </a:solidFill>
              </a:rPr>
              <a:t>주차별 AI 큐레이션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3474720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12주 입덧, 28주 붓기, 36주 수면 불편 등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상황 맞춤 행동·식단 추천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132320" y="3584448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C8194A"/>
                </a:solidFill>
              </a:rPr>
              <a:t>Fact-Check 정보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333488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공신력 기관 출처 배지,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AI 요약 + 원문 링크 제공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임산부 모드 기능은 팀 제안 Concept. 건강 정보는 보건복지부·질병관리청·WHO·대한산부인과학회 등 검증 출처 연동을 전제로 함</a:t>
            </a:r>
            <a:endParaRPr lang="en-US" sz="5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8. 보호자 모드 | 기능 5·6·7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남편을 관찰자가 아니라 임신 케어의 참여자로 전환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배우자 지지의 중요성을 보호자 다이어리, 가사 미션, 감성 질문으로 서비스화합니다.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94944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보호자 다이어리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아내가 공개 허용한 컨디션 요약 확인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보호자도 기대감·감정 기록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초음파 사진 확인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25696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보호자 가사 미션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4645152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만삭 허리 통증/붓기 심함 기록 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세탁·건조·청소 미션 푸시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완료 체크와 원격 제어 권한 안내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4005072"/>
            <a:ext cx="2468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4133088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“오늘 세탁·건조 미션을 완료해 주세요.”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8156448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Momo-Q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375904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썸원 스타일 감성 질문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서로 답변 완료 후 Lock 해제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관계를 돈독하게 만드는 대화 유도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75904" y="393192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4096512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Q. 우리가 처음 운명이라고 느꼈던 순간은?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86384" y="5358384"/>
            <a:ext cx="10442448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477256"/>
            <a:ext cx="9601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보호자 모드는 ‘알림’이 아니라, 배우자의 실질적 도움과 정서적 지지를 매일 행동으로 만들기 위한 장치입니다.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배우자·가족 지지 효과는 Seo et al., 2020. 보호자 다이어리, 보호자 미션, Momo-Q는 팀 제안 Concept</a:t>
            </a:r>
            <a:endParaRPr lang="en-US" sz="5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9. 소통 및 확장성 | Community &amp; BX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같은 주차대 공감에서 출산 후 ThinQ Baby 생태계로 확장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커뮤니티는 공감의 공간으로, 비즈니스는 생애주기 가전 구독으로 이어집니다.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983480" cy="327355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03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A50034"/>
                </a:solidFill>
              </a:rPr>
              <a:t>주차별 동기 커뮤니티</a:t>
            </a:r>
            <a:endParaRPr lang="en-US" sz="1640" dirty="0"/>
          </a:p>
        </p:txBody>
      </p:sp>
      <p:sp>
        <p:nvSpPr>
          <p:cNvPr id="9" name="Shape 7"/>
          <p:cNvSpPr/>
          <p:nvPr/>
        </p:nvSpPr>
        <p:spPr>
          <a:xfrm>
            <a:off x="950976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7249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같은 임신 주차대끼리만 매칭되는 익명 소통 공간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950976" y="31683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1089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입덧방, 붓기방, 수면방, 출산준비방 등 주차별 게시판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0976" y="355244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49300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공감 질문은 커뮤니티로, 의료성 답변은 Fact-Check 정보로 분리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50976" y="4297680"/>
            <a:ext cx="102412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354373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12주차 입덧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2103120" y="4297680"/>
            <a:ext cx="1024128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4354373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28주차 붓기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255264" y="4297680"/>
            <a:ext cx="102412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4354373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36주차 수면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4983480" cy="3273552"/>
          </a:xfrm>
          <a:prstGeom prst="roundRect">
            <a:avLst>
              <a:gd name="adj" fmla="val 111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0E766E"/>
                </a:solidFill>
              </a:rPr>
              <a:t>ThinQ Baby 확장</a:t>
            </a:r>
            <a:endParaRPr lang="en-US" sz="1640" dirty="0"/>
          </a:p>
        </p:txBody>
      </p:sp>
      <p:sp>
        <p:nvSpPr>
          <p:cNvPr id="23" name="Shape 21"/>
          <p:cNvSpPr/>
          <p:nvPr/>
        </p:nvSpPr>
        <p:spPr>
          <a:xfrm>
            <a:off x="6693408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27249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임신 기간 축적한 수면 패턴·선호 환경 데이터를 출산 후 육아 모드로 연결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693408" y="318668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312724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수유 타이밍, 분유포트·젖병소독기 알림, 아기 수면 센서 연동 등으로 확장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693408" y="358902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352958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육아 가전 구독 패키지(LaaS)로 자연 업그레이드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711696" y="4352544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4471416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02124"/>
                </a:solidFill>
              </a:rPr>
              <a:t>Mom-Log → ThinQ Baby → 평생 고객 관계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커뮤니티 및 ThinQ Baby 확장 구조는 팀 제안 Concept. LG전자 UP가전·가전 구독 전략 참고</a:t>
            </a:r>
            <a:endParaRPr lang="en-US" sz="5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10. 멘토링 피드백 요청사항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기능 아이디어가 아니라 LG 생태계 확장 가능성과 MVP 범위를 중심으로 피드백을 요청합니다.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가벼운 수동 기록, ThinQ 루틴 추천, 보호자 미션, 부부 감성 소통을 결합한 방향성이 LG ThinQ 생태계 확장에 부합하는가?</a:t>
            </a:r>
            <a:endParaRPr lang="en-US" sz="129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타깃을 임산부 전체가 아니라 ‘합병증 우려가 높고 스마트 라이프 요구가 강한 30대 이상 고령/워킹맘’으로 좁히는 것이 유리한가?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식약처·보건복지부 공공 API, 아이사랑·마더세이프 등 신뢰 정보, 웨어러블 데이터를 ThinQ와 연결할 때 MVP 범위는 어디까지가 현실적인가?</a:t>
            </a:r>
            <a:endParaRPr lang="en-US" sz="129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처음 듣는 사람이 문제와 해결책을 이해하는지, ThinQ Moment가 LG가 해야 할 이유를 만드는지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Moment</dc:title>
  <dc:subject>ThinQ Moment clear mentoring deck</dc:subject>
  <dc:creator>보람삼조</dc:creator>
  <cp:lastModifiedBy>보람삼조</cp:lastModifiedBy>
  <cp:revision>1</cp:revision>
  <dcterms:created xsi:type="dcterms:W3CDTF">2026-05-22T03:21:40Z</dcterms:created>
  <dcterms:modified xsi:type="dcterms:W3CDTF">2026-05-22T03:21:40Z</dcterms:modified>
</cp:coreProperties>
</file>