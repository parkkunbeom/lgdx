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10896" cy="647395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66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TEAM CONCEPT PROPOSAL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40080" y="104241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02124"/>
                </a:solidFill>
              </a:rPr>
              <a:t>ThinQ Mom-Log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02124"/>
                </a:solidFill>
              </a:rPr>
              <a:t>LG 가전 생태계 기반</a:t>
            </a:r>
            <a:endParaRPr lang="en-US" sz="2550" dirty="0"/>
          </a:p>
          <a:p>
            <a:pPr indent="0" marL="0">
              <a:buNone/>
            </a:pPr>
            <a:r>
              <a:rPr lang="en-US" sz="2550" b="1" dirty="0">
                <a:solidFill>
                  <a:srgbClr val="202124"/>
                </a:solidFill>
              </a:rPr>
              <a:t>임산부 초개인화 케어 솔루션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85800" y="3163824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가벼운 수동 기록을 기반으로, 가전이 먼저 반응하는 임산부 스트레스 케어 가설 제안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" y="3931920"/>
            <a:ext cx="621792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87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02124"/>
                </a:solidFill>
              </a:rPr>
              <a:t>본 자료는 실제 LG 내부 서비스가 아니라, LG ThinQ 및 가전 구독 전략과 연계해 팀이 새롭게 제안하는 BX/DX 비즈니스 컨셉입니다.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94944" y="513892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5197450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Fact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1499616" y="5138928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2768" y="5197450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Concept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2578608" y="5138928"/>
            <a:ext cx="1207008" cy="256032"/>
          </a:xfrm>
          <a:prstGeom prst="roundRect">
            <a:avLst>
              <a:gd name="adj" fmla="val 17857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5197450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DX Scenario</a:t>
            </a:r>
            <a:endParaRPr lang="en-US" sz="640" dirty="0"/>
          </a:p>
        </p:txBody>
      </p:sp>
      <p:sp>
        <p:nvSpPr>
          <p:cNvPr id="17" name="Shape 15"/>
          <p:cNvSpPr/>
          <p:nvPr/>
        </p:nvSpPr>
        <p:spPr>
          <a:xfrm>
            <a:off x="7882128" y="932688"/>
            <a:ext cx="2606040" cy="2606040"/>
          </a:xfrm>
          <a:prstGeom prst="ellipse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1435608"/>
            <a:ext cx="1600200" cy="160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DF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178308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기록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해석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반응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팀 제안 컨셉. LG ThinQ/UP가전/가전 구독 전략을 참고한 서비스 가설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2. 추진 배경 | Fact-based Problem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검증된 사실은 스트레스·지지·가사 부담이 임신 경험을 흔든다는 점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이 페이지는 공인 출처와 논문에 기반한 문제 정의만 배치하고, 팀 제안 시나리오는 제외합니다.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21792" y="1874520"/>
            <a:ext cx="3090672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74520"/>
            <a:ext cx="3090672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07568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인구 통계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832104" y="2350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50034"/>
                </a:solidFill>
              </a:rPr>
              <a:t>31.6세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832104" y="273405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2024년 여성 평균 초혼연령. 초혼·출산 연령 상승은 고령·고위험 임신 관리 요구를 확대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526280" y="1874520"/>
            <a:ext cx="3090672" cy="1353312"/>
          </a:xfrm>
          <a:prstGeom prst="roundRect">
            <a:avLst>
              <a:gd name="adj" fmla="val 2703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874520"/>
            <a:ext cx="3090672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07568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학술적 근거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736592" y="2350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E766E"/>
                </a:solidFill>
              </a:rPr>
              <a:t>β=-0.27 / β=0.23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4736592" y="273405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모성 정체성 영향요인: 지각된 스트레스는 부정적, 배우자·가족 지지는 긍정적 영향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430768" y="1874520"/>
            <a:ext cx="3090672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1874520"/>
            <a:ext cx="3090672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207568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가사 노동 부하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641080" y="2350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BF8730"/>
                </a:solidFill>
              </a:rPr>
              <a:t>전 산모 지원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8641080" y="273405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</a:rPr>
              <a:t>광주 임산부 막달 가사돌봄. 소득 기준 없이 지원될 만큼 가사 피로가 사회적 페인포인트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749040" y="2395728"/>
            <a:ext cx="411480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53528" y="2395728"/>
            <a:ext cx="411480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187952"/>
            <a:ext cx="10716768" cy="896112"/>
          </a:xfrm>
          <a:prstGeom prst="roundRect">
            <a:avLst>
              <a:gd name="adj" fmla="val 408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165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문제 정의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874520" y="431596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</a:rPr>
              <a:t>임산부 케어의 핵심은 정보 제공이 아니라, 스트레스 완화·배우자 지지 강화·가사 부담 경감을 생활 환경 안에서 지속적으로 작동시키는 것이다.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통계청 「2024년 혼인·이혼 통계」; Seo et al., Women's Health Nursing 26(1), 2020; 광주광역시 임산부 막달 가사돌봄 서비스 보도자료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3. 기존 서비스 한계 | Gap Analysis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기존 앱은 기록과 정보 제공에 머물고, 생활 불편을 직접 해결하지 못함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Fact는 기존 앱 연구에서, Concept는 ThinQ 기반 해결 방향에서 분리해 제시합니다.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3218688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A50034"/>
                </a:solidFill>
              </a:rPr>
              <a:t>01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신뢰성 부족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868680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앱 사용자의 55.4%가 위험 징후 정보를 찾지만, 앱 전체 평점은 2.73/5. 게시자 포털 61%, 의료기관 3.3%.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4507992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828800"/>
            <a:ext cx="3218688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0E766E"/>
                </a:solidFill>
              </a:rPr>
              <a:t>02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4736592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입력 및 관리 피로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4736592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매일 컨디션 체크와 일기 작성 후에야 통계를 보여주는 무거운 기록 구조. 1초 터치·감정 슬라이더형 UX가 필요.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8375904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828800"/>
            <a:ext cx="3218688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BF8730"/>
                </a:solidFill>
              </a:rPr>
              <a:t>03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8604504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해결력 부재</a:t>
            </a:r>
            <a:endParaRPr lang="en-US" sz="1720" dirty="0"/>
          </a:p>
        </p:txBody>
      </p:sp>
      <p:sp>
        <p:nvSpPr>
          <p:cNvPr id="21" name="Text 19"/>
          <p:cNvSpPr/>
          <p:nvPr/>
        </p:nvSpPr>
        <p:spPr>
          <a:xfrm>
            <a:off x="8604504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기록 이후 입덧, 실내 온도, 가사 노동 부담을 완화하는 후속 대처가 부족. 정보가 행동으로 연결되지 않음.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768096" y="4828032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50109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Gap 전환 방향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12848" y="494690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가벼운 수동 기록 → ThinQ 해석 → LG 가전 자동 제어 → 생활 불편 완화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이연규, 「임신, 출산, 육아관련 모바일 어플리케이션의 이용실태와 컨텐츠 평가」; 한국사회보장정보원 「아이마중」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4. 핵심 DX 기능 1 | 임산부 모드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입력은 가볍게, 제어는 뒤에서 자동화하는 ThinQ 케어 루틴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몸이 무거운 산모는 1초 체크만 하고, ThinQ가 주차별 가전 시나리오를 실행합니다.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2057400" cy="3520440"/>
          </a:xfrm>
          <a:prstGeom prst="roundRect">
            <a:avLst>
              <a:gd name="adj" fmla="val 1778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933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0034"/>
                </a:solidFill>
              </a:rPr>
              <a:t>1초 기록 UI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542032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600554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입덧</a:t>
            </a:r>
            <a:endParaRPr lang="en-US" sz="640" dirty="0"/>
          </a:p>
        </p:txBody>
      </p:sp>
      <p:sp>
        <p:nvSpPr>
          <p:cNvPr id="11" name="Shape 9"/>
          <p:cNvSpPr/>
          <p:nvPr/>
        </p:nvSpPr>
        <p:spPr>
          <a:xfrm>
            <a:off x="1481328" y="2542032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600554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통증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822960" y="2944368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002890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수면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1481328" y="2944368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002890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불안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822960" y="35661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감정 슬라이더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41248" y="3977640"/>
            <a:ext cx="1261872" cy="0"/>
          </a:xfrm>
          <a:prstGeom prst="line">
            <a:avLst/>
          </a:prstGeom>
          <a:noFill/>
          <a:ln w="25400">
            <a:solidFill>
              <a:srgbClr val="E3DF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2768" y="3867912"/>
            <a:ext cx="219456" cy="219456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439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</a:rPr>
              <a:t>가벼운 수동 기록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</a:rPr>
              <a:t>1초 체크 기반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88920" y="3246120"/>
            <a:ext cx="384048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1792224"/>
            <a:ext cx="2331720" cy="3456432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50034"/>
                </a:solidFill>
              </a:rPr>
              <a:t>초기 1~12주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3602736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124"/>
                </a:solidFill>
              </a:rPr>
              <a:t>후각·입덧 케어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3602736" y="2852928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911450"/>
            <a:ext cx="1453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입덧/울렁거림 체크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3602736" y="340156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퓨리케어 공기청정기·주방 후드 강력 탈취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휘센 에어컨 쾌적 냉방 가동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602736" y="4407408"/>
            <a:ext cx="1874520" cy="310896"/>
          </a:xfrm>
          <a:prstGeom prst="rect">
            <a:avLst/>
          </a:prstGeom>
          <a:solidFill>
            <a:srgbClr val="FFF2ED"/>
          </a:solidFill>
          <a:ln w="12700">
            <a:solidFill>
              <a:srgbClr val="FFF2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449884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202124"/>
                </a:solidFill>
              </a:rPr>
              <a:t>ThinQ Routine 자동 실행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824728" y="3246120"/>
            <a:ext cx="256032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1792224"/>
            <a:ext cx="2331720" cy="3456432"/>
          </a:xfrm>
          <a:prstGeom prst="roundRect">
            <a:avLst>
              <a:gd name="adj" fmla="val 1569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E766E"/>
                </a:solidFill>
              </a:rPr>
              <a:t>중기 13~27주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6382512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124"/>
                </a:solidFill>
              </a:rPr>
              <a:t>합병증·정서 케어</a:t>
            </a:r>
            <a:endParaRPr lang="en-US" sz="1420" dirty="0"/>
          </a:p>
        </p:txBody>
      </p:sp>
      <p:sp>
        <p:nvSpPr>
          <p:cNvPr id="34" name="Shape 32"/>
          <p:cNvSpPr/>
          <p:nvPr/>
        </p:nvSpPr>
        <p:spPr>
          <a:xfrm>
            <a:off x="6382512" y="2852928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2911450"/>
            <a:ext cx="1453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임당/체중 관리 선택</a:t>
            </a:r>
            <a:endParaRPr lang="en-US" sz="640" dirty="0"/>
          </a:p>
        </p:txBody>
      </p:sp>
      <p:sp>
        <p:nvSpPr>
          <p:cNvPr id="36" name="Text 34"/>
          <p:cNvSpPr/>
          <p:nvPr/>
        </p:nvSpPr>
        <p:spPr>
          <a:xfrm>
            <a:off x="6382512" y="340156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DIOS 냉장고·광파오븐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저당식 맞춤 레시피 자동 세팅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382512" y="4407408"/>
            <a:ext cx="1874520" cy="310896"/>
          </a:xfrm>
          <a:prstGeom prst="rect">
            <a:avLst/>
          </a:prstGeom>
          <a:solidFill>
            <a:srgbClr val="FFF2ED"/>
          </a:solidFill>
          <a:ln w="12700">
            <a:solidFill>
              <a:srgbClr val="FFF2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449884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202124"/>
                </a:solidFill>
              </a:rPr>
              <a:t>ThinQ Routine 자동 실행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8604504" y="3246120"/>
            <a:ext cx="256032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61120" y="1792224"/>
            <a:ext cx="2331720" cy="3456432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62288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BF8730"/>
                </a:solidFill>
              </a:rPr>
              <a:t>후기 28~40주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9162288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124"/>
                </a:solidFill>
              </a:rPr>
              <a:t>수면·만삭 케어</a:t>
            </a:r>
            <a:endParaRPr lang="en-US" sz="1420" dirty="0"/>
          </a:p>
        </p:txBody>
      </p:sp>
      <p:sp>
        <p:nvSpPr>
          <p:cNvPr id="43" name="Shape 41"/>
          <p:cNvSpPr/>
          <p:nvPr/>
        </p:nvSpPr>
        <p:spPr>
          <a:xfrm>
            <a:off x="9162288" y="2852928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2911450"/>
            <a:ext cx="1453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수면 장애 입력</a:t>
            </a:r>
            <a:endParaRPr lang="en-US" sz="640" dirty="0"/>
          </a:p>
        </p:txBody>
      </p:sp>
      <p:sp>
        <p:nvSpPr>
          <p:cNvPr id="45" name="Text 43"/>
          <p:cNvSpPr/>
          <p:nvPr/>
        </p:nvSpPr>
        <p:spPr>
          <a:xfrm>
            <a:off x="9162288" y="340156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에어컨 초간접 수면 바람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가습기 자율 연동으로 숙면 환경 유지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9162288" y="4407408"/>
            <a:ext cx="1874520" cy="310896"/>
          </a:xfrm>
          <a:prstGeom prst="rect">
            <a:avLst/>
          </a:prstGeom>
          <a:solidFill>
            <a:srgbClr val="FFF2ED"/>
          </a:solidFill>
          <a:ln w="12700">
            <a:solidFill>
              <a:srgbClr val="FFF2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90304" y="449884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202124"/>
                </a:solidFill>
              </a:rPr>
              <a:t>ThinQ Routine 자동 실행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1초 기록 UI 및 주차별 가전 연동은 팀 제안 Concept. LG ThinQ/UP가전의 원격 제어·루틴·업그레이드 구조 참고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5. 핵심 DX 기능 2 | 보호자 모드 &amp; Momo-Q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배우자의 지지를 가전 미션과 감성 대화로 시스템화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학술적 근거의 ‘배우자 및 가족 지지’를 보호자 행동, 커플 질문, 공간 분위기 자동화로 전환합니다.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337560" cy="3310128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848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0034"/>
                </a:solidFill>
              </a:rPr>
              <a:t>보호자 가전 미션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2688" y="273862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6700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산모 컨디션이 남편 ThinQ 앱에 공유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932688" y="310438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0358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퇴근 전 세탁·건조·청소 미션 알림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32688" y="3703320"/>
            <a:ext cx="2606040" cy="530352"/>
          </a:xfrm>
          <a:prstGeom prst="roundRect">
            <a:avLst>
              <a:gd name="adj" fmla="val 6897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85876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02124"/>
                </a:solidFill>
              </a:rPr>
              <a:t>“아내의 허리 부담을 줄이기 위해 세탁/건조를 완료하세요.”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160520" y="3246120"/>
            <a:ext cx="384048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1828800"/>
            <a:ext cx="3337560" cy="3310128"/>
          </a:xfrm>
          <a:prstGeom prst="roundRect">
            <a:avLst>
              <a:gd name="adj" fmla="val 1105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20848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0034"/>
                </a:solidFill>
              </a:rPr>
              <a:t>Momo-Q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121408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일일 AI 감정 싱크 질문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029200" y="273862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267004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답변 완료 전까지 서로의 답변 Lock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029200" y="310438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30358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쑥스럽지만 관계를 돈독하게 만드는 질문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5047488" y="376732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</a:rPr>
              <a:t>Q. 우리가 처음 운명이라고 느꼈던 닮은 점은?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5047488" y="40965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</a:rPr>
              <a:t>Q. 서로가 닮았다고 생각하는 동물이나 사물은?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8247888" y="3246120"/>
            <a:ext cx="384048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96528" y="1828800"/>
            <a:ext cx="2697480" cy="3310128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0848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66E"/>
                </a:solidFill>
              </a:rPr>
              <a:t>질문 × 가전 결합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70848" y="273862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7152" y="2670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답변 공개와 동시에 거실 조명 웜톤 전환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9070848" y="310438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17152" y="30358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공기청정기 쾌적 대화 모드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9070848" y="3470148"/>
            <a:ext cx="64008" cy="6400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17152" y="3401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124"/>
                </a:solidFill>
              </a:rPr>
              <a:t>부부의 정서적 교감 환경을 물리적으로 조성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9089136" y="4096512"/>
            <a:ext cx="1993392" cy="384048"/>
          </a:xfrm>
          <a:prstGeom prst="roundRect">
            <a:avLst>
              <a:gd name="adj" fmla="val 9524"/>
            </a:avLst>
          </a:prstGeom>
          <a:solidFill>
            <a:srgbClr val="DDF2EE"/>
          </a:solidFill>
          <a:ln w="12700">
            <a:solidFill>
              <a:srgbClr val="DDF2EE">
                <a:alpha val="9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3728" y="4215384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0E766E"/>
                </a:solidFill>
              </a:rPr>
              <a:t>Conversation Routine ON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배우자·가족 지지 효과는 Seo et al., 2020. 보호자 미션, Momo-Q, 가전 분위기 전환은 팀 제안 Concept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6. 비즈니스 가치 | BX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왜 LG전자가 해야 하는가: 임신 주차별 가전 구독과 생애주기 전환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ThinQ Mom-Log는 임산부 케어 앱이 아니라 LG 가전 경험을 생애주기 서비스로 확장하는 접점입니다.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초기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88696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입덧 케어 프로토콜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탈취·냉방·환기 루틴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공기청정/후드/에어컨 중심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86968" y="39776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036162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LaaS 확장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3200400" y="3035808"/>
            <a:ext cx="320040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E766E"/>
                </a:solidFill>
              </a:rPr>
              <a:t>중기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72160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임당 관리 구독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2160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저당식 레시피·식재료 관리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냉장고/광파오븐 중심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721608" y="39776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4036162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LaaS 확장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6035040" y="3035808"/>
            <a:ext cx="320040" cy="310896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BF8730"/>
                </a:solidFill>
              </a:rPr>
              <a:t>후기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55624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가사 해방 패키지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5624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세탁·건조·청소·수면환경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보호자 미션 연계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556248" y="39776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036162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LaaS 확장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9189720" y="1828800"/>
            <a:ext cx="2194560" cy="2697480"/>
          </a:xfrm>
          <a:prstGeom prst="roundRect">
            <a:avLst>
              <a:gd name="adj" fmla="val 1667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</a:rPr>
              <a:t>Mom → Baby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64040" y="270662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임신 기간 Mom-Log 유입 고객은 출산 후 ThinQ Baby 육아 가전 케어로 자연 전환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9464040" y="3886200"/>
            <a:ext cx="1371600" cy="310896"/>
          </a:xfrm>
          <a:prstGeom prst="rect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3977640"/>
            <a:ext cx="9692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50034"/>
                </a:solidFill>
              </a:rPr>
              <a:t>평생 구독 고객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49808" y="5074920"/>
            <a:ext cx="10561320" cy="475488"/>
          </a:xfrm>
          <a:prstGeom prst="roundRect">
            <a:avLst>
              <a:gd name="adj" fmla="val 7692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230368"/>
            <a:ext cx="9921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02124"/>
                </a:solidFill>
              </a:rPr>
              <a:t>핵심 BX 가치: 임신이라는 고관여 시점에 ThinQ 루틴을 생활 습관으로 만들고, 출산 이후 육아 가전 구독·소모품·케어 서비스로 LTV를 확장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LG전자 뉴스룸 「UP가전 2.0」; LG전자 「ThinQ UP/UP가전」; LG전자 가전 구독 소개. 비즈니스 패키지는 팀 제안 Concept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7. 멘토링 피드백 요청사항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20" b="1" dirty="0">
                <a:solidFill>
                  <a:srgbClr val="202124"/>
                </a:solidFill>
              </a:rPr>
              <a:t>비즈니스 모델, 타깃, 기술 스코핑을 검증받을 질문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오늘 멘토링에서는 기능 아이디어보다 LG 생태계 확장 가능성을 중심으로 피드백을 요청합니다.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19072" y="2011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가전 제어와 자동 기록, 부부 정서 소통을 결합한 방향성이 LG ThinQ 생태계 확장에 부합하는 비즈니스 모델로 타당해 보이는가?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278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66E"/>
                </a:solidFill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19072" y="31821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타겟 페르소나를 임산부 전체에서 ‘합병증 우려가 높고 스마트 라이프 요구가 강한 30대 이상 고령/워킹맘’으로 구체화하는 것이 유리한가?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13232" y="4169664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98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730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43525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식약처/보건복지부의 공공 API 및 외부 웨어러블 생체 데이터를 ThinQ와 연동하는 구조의 기술적 스코핑에 대한 조언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86384" y="5486400"/>
            <a:ext cx="10424160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605272"/>
            <a:ext cx="9784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검증 기준: Fact 기반 문제정의가 충분한지, Concept 시나리오가 LG ThinQ의 차별적 사업 가치로 확장 가능한지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팀 멘토링 피드백 요청사항 정리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ThinQ Mom-Log</dc:title>
  <dc:subject>ThinQ Mom-Log mentoring validation deck</dc:subject>
  <dc:creator>보람삼조</dc:creator>
  <cp:lastModifiedBy>보람삼조</cp:lastModifiedBy>
  <cp:revision>1</cp:revision>
  <dcterms:created xsi:type="dcterms:W3CDTF">2026-05-22T01:46:52Z</dcterms:created>
  <dcterms:modified xsi:type="dcterms:W3CDTF">2026-05-22T01:46:52Z</dcterms:modified>
</cp:coreProperties>
</file>